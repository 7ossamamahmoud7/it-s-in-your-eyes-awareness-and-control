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5"/>
  </p:notesMasterIdLst>
  <p:sldIdLst>
    <p:sldId id="256" r:id="rId2"/>
    <p:sldId id="257" r:id="rId3"/>
    <p:sldId id="258" r:id="rId4"/>
    <p:sldId id="259" r:id="rId5"/>
    <p:sldId id="260" r:id="rId6"/>
    <p:sldId id="261" r:id="rId7"/>
    <p:sldId id="262" r:id="rId8"/>
    <p:sldId id="263" r:id="rId9"/>
    <p:sldId id="264" r:id="rId10"/>
    <p:sldId id="265" r:id="rId11"/>
    <p:sldId id="266" r:id="rId12"/>
    <p:sldId id="272" r:id="rId13"/>
    <p:sldId id="267" r:id="rId14"/>
    <p:sldId id="268" r:id="rId15"/>
    <p:sldId id="269" r:id="rId16"/>
    <p:sldId id="270" r:id="rId17"/>
    <p:sldId id="271" r:id="rId18"/>
    <p:sldId id="273" r:id="rId19"/>
    <p:sldId id="319" r:id="rId20"/>
    <p:sldId id="320" r:id="rId21"/>
    <p:sldId id="321" r:id="rId22"/>
    <p:sldId id="322" r:id="rId23"/>
    <p:sldId id="303" r:id="rId24"/>
    <p:sldId id="333" r:id="rId25"/>
    <p:sldId id="334" r:id="rId26"/>
    <p:sldId id="336" r:id="rId27"/>
    <p:sldId id="337" r:id="rId28"/>
    <p:sldId id="335" r:id="rId29"/>
    <p:sldId id="283" r:id="rId30"/>
    <p:sldId id="324" r:id="rId31"/>
    <p:sldId id="325" r:id="rId32"/>
    <p:sldId id="326" r:id="rId33"/>
    <p:sldId id="287" r:id="rId3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1">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9" roundtripDataSignature="AMtx7mhsiHh3mN+8HlsdRfQhB76/wNbZh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CC"/>
    <a:srgbClr val="FF6699"/>
    <a:srgbClr val="FF99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73BB729-E56E-47E9-BA1C-CBDBD797D307}">
  <a:tblStyle styleId="{F73BB729-E56E-47E9-BA1C-CBDBD797D307}" styleName="Table_0">
    <a:wholeTbl>
      <a:tcTxStyle b="off" i="off">
        <a:font>
          <a:latin typeface="Arial"/>
          <a:ea typeface="Arial"/>
          <a:cs typeface="Arial"/>
        </a:font>
        <a:schemeClr val="dk1"/>
      </a:tcTxStyle>
      <a:tcStyle>
        <a:tcBdr>
          <a:left>
            <a:ln w="9525" cap="flat" cmpd="sng">
              <a:solidFill>
                <a:schemeClr val="accent6"/>
              </a:solidFill>
              <a:prstDash val="solid"/>
              <a:round/>
              <a:headEnd type="none" w="sm" len="sm"/>
              <a:tailEnd type="none" w="sm" len="sm"/>
            </a:ln>
          </a:left>
          <a:right>
            <a:ln w="9525" cap="flat" cmpd="sng">
              <a:solidFill>
                <a:schemeClr val="accent6"/>
              </a:solidFill>
              <a:prstDash val="solid"/>
              <a:round/>
              <a:headEnd type="none" w="sm" len="sm"/>
              <a:tailEnd type="none" w="sm" len="sm"/>
            </a:ln>
          </a:right>
          <a:top>
            <a:ln w="9525" cap="flat" cmpd="sng">
              <a:solidFill>
                <a:schemeClr val="accent6"/>
              </a:solidFill>
              <a:prstDash val="solid"/>
              <a:round/>
              <a:headEnd type="none" w="sm" len="sm"/>
              <a:tailEnd type="none" w="sm" len="sm"/>
            </a:ln>
          </a:top>
          <a:bottom>
            <a:ln w="9525" cap="flat" cmpd="sng">
              <a:solidFill>
                <a:schemeClr val="accent6"/>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op>
            <a:ln w="9525" cap="flat" cmpd="sng">
              <a:solidFill>
                <a:schemeClr val="accent6"/>
              </a:solidFill>
              <a:prstDash val="solid"/>
              <a:round/>
              <a:headEnd type="none" w="sm" len="sm"/>
              <a:tailEnd type="none" w="sm" len="sm"/>
            </a:ln>
          </a:top>
          <a:bottom>
            <a:ln w="9525" cap="flat" cmpd="sng">
              <a:solidFill>
                <a:schemeClr val="accent6"/>
              </a:solidFill>
              <a:prstDash val="solid"/>
              <a:round/>
              <a:headEnd type="none" w="sm" len="sm"/>
              <a:tailEnd type="none" w="sm" len="sm"/>
            </a:ln>
          </a:bottom>
        </a:tcBdr>
      </a:tcStyle>
    </a:band1H>
    <a:band2H>
      <a:tcTxStyle/>
      <a:tcStyle>
        <a:tcBdr/>
      </a:tcStyle>
    </a:band2H>
    <a:band1V>
      <a:tcTxStyle/>
      <a:tcStyle>
        <a:tcBdr>
          <a:left>
            <a:ln w="9525" cap="flat" cmpd="sng">
              <a:solidFill>
                <a:schemeClr val="accent6"/>
              </a:solidFill>
              <a:prstDash val="solid"/>
              <a:round/>
              <a:headEnd type="none" w="sm" len="sm"/>
              <a:tailEnd type="none" w="sm" len="sm"/>
            </a:ln>
          </a:left>
          <a:right>
            <a:ln w="9525" cap="flat" cmpd="sng">
              <a:solidFill>
                <a:schemeClr val="accent6"/>
              </a:solidFill>
              <a:prstDash val="solid"/>
              <a:round/>
              <a:headEnd type="none" w="sm" len="sm"/>
              <a:tailEnd type="none" w="sm" len="sm"/>
            </a:ln>
          </a:right>
        </a:tcBdr>
      </a:tcStyle>
    </a:band1V>
    <a:band2V>
      <a:tcTxStyle/>
      <a:tcStyle>
        <a:tcBdr>
          <a:left>
            <a:ln w="9525" cap="flat" cmpd="sng">
              <a:solidFill>
                <a:schemeClr val="accent6"/>
              </a:solidFill>
              <a:prstDash val="solid"/>
              <a:round/>
              <a:headEnd type="none" w="sm" len="sm"/>
              <a:tailEnd type="none" w="sm" len="sm"/>
            </a:ln>
          </a:left>
          <a:right>
            <a:ln w="9525" cap="flat" cmpd="sng">
              <a:solidFill>
                <a:schemeClr val="accent6"/>
              </a:solidFill>
              <a:prstDash val="solid"/>
              <a:round/>
              <a:headEnd type="none" w="sm" len="sm"/>
              <a:tailEnd type="none" w="sm" len="sm"/>
            </a:ln>
          </a:right>
        </a:tcBdr>
      </a:tcStyle>
    </a:band2V>
    <a:lastCol>
      <a:tcTxStyle b="on" i="off"/>
      <a:tcStyle>
        <a:tcBdr/>
      </a:tcStyle>
    </a:lastCol>
    <a:firstCol>
      <a:tcTxStyle b="on" i="off"/>
      <a:tcStyle>
        <a:tcBdr/>
      </a:tcStyle>
    </a:firstCol>
    <a:lastRow>
      <a:tcTxStyle b="on" i="off"/>
      <a:tcStyle>
        <a:tcBdr>
          <a:top>
            <a:ln w="50800" cap="flat" cmpd="sng">
              <a:solidFill>
                <a:schemeClr val="accent6"/>
              </a:solidFill>
              <a:prstDash val="solid"/>
              <a:round/>
              <a:headEnd type="none" w="sm" len="sm"/>
              <a:tailEnd type="none" w="sm" len="sm"/>
            </a:ln>
          </a:top>
        </a:tcBdr>
      </a:tcStyle>
    </a:lastRow>
    <a:seCell>
      <a:tcTxStyle/>
      <a:tcStyle>
        <a:tcBdr/>
      </a:tcStyle>
    </a:seCell>
    <a:swCell>
      <a:tcTxStyle/>
      <a:tcStyle>
        <a:tcBdr/>
      </a:tcStyle>
    </a:swCell>
    <a:firstRow>
      <a:tcTxStyle b="on" i="off">
        <a:font>
          <a:latin typeface="Arial"/>
          <a:ea typeface="Arial"/>
          <a:cs typeface="Arial"/>
        </a:font>
        <a:schemeClr val="lt1"/>
      </a:tcTxStyle>
      <a:tcStyle>
        <a:tcBdr/>
        <a:fill>
          <a:solidFill>
            <a:schemeClr val="accent6"/>
          </a:solidFill>
        </a:fill>
      </a:tcStyle>
    </a:firstRow>
    <a:neCell>
      <a:tcTxStyle/>
      <a:tcStyle>
        <a:tcBdr/>
      </a:tcStyle>
    </a:neCell>
    <a:nwCell>
      <a:tcTxStyle/>
      <a:tcStyle>
        <a:tcBdr/>
      </a:tcStyle>
    </a:nwCell>
  </a:tblStyle>
  <a:tblStyle styleId="{7475307C-1793-4E46-A79F-BA1616191500}" styleName="Table_1">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a:tcStyle>
        <a:tcBdr/>
        <a:fill>
          <a:solidFill>
            <a:srgbClr val="CDD4EA"/>
          </a:solidFill>
        </a:fill>
      </a:tcStyle>
    </a:band1H>
    <a:band2H>
      <a:tcTxStyle/>
      <a:tcStyle>
        <a:tcBdr/>
      </a:tcStyle>
    </a:band2H>
    <a:band1V>
      <a:tcTxStyle/>
      <a:tcStyle>
        <a:tcBdr/>
        <a:fill>
          <a:solidFill>
            <a:srgbClr val="CDD4EA"/>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726" autoAdjust="0"/>
    <p:restoredTop sz="94660"/>
  </p:normalViewPr>
  <p:slideViewPr>
    <p:cSldViewPr snapToGrid="0">
      <p:cViewPr varScale="1">
        <p:scale>
          <a:sx n="74" d="100"/>
          <a:sy n="74" d="100"/>
        </p:scale>
        <p:origin x="1008" y="72"/>
      </p:cViewPr>
      <p:guideLst>
        <p:guide orient="horz" pos="2160"/>
        <p:guide pos="3841"/>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customschemas.google.com/relationships/presentationmetadata" Target="meta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a:t>Motor Disability percentage</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AS"/>
        </a:p>
      </c:txPr>
    </c:title>
    <c:autoTitleDeleted val="0"/>
    <c:plotArea>
      <c:layout/>
      <c:barChart>
        <c:barDir val="col"/>
        <c:grouping val="clustered"/>
        <c:varyColors val="0"/>
        <c:ser>
          <c:idx val="0"/>
          <c:order val="0"/>
          <c:tx>
            <c:strRef>
              <c:f>Sheet1!$B$1</c:f>
              <c:strCache>
                <c:ptCount val="1"/>
                <c:pt idx="0">
                  <c:v>World Health Organization</c:v>
                </c:pt>
              </c:strCache>
            </c:strRef>
          </c:tx>
          <c:spPr>
            <a:solidFill>
              <a:srgbClr val="FF9999"/>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lumMod val="75000"/>
                        <a:lumOff val="25000"/>
                      </a:schemeClr>
                    </a:solidFill>
                    <a:latin typeface="+mn-lt"/>
                    <a:ea typeface="+mn-ea"/>
                    <a:cs typeface="+mn-cs"/>
                  </a:defRPr>
                </a:pPr>
                <a:endParaRPr lang="en-A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prstDash val="solid"/>
                      <a:round/>
                    </a:ln>
                    <a:effectLst/>
                  </c:spPr>
                </c15:leaderLines>
              </c:ext>
            </c:extLst>
          </c:dLbls>
          <c:cat>
            <c:numRef>
              <c:f>Sheet1!$A$2:$A$4</c:f>
              <c:numCache>
                <c:formatCode>General</c:formatCode>
                <c:ptCount val="3"/>
                <c:pt idx="0">
                  <c:v>2017</c:v>
                </c:pt>
                <c:pt idx="1">
                  <c:v>2019</c:v>
                </c:pt>
                <c:pt idx="2">
                  <c:v>2021</c:v>
                </c:pt>
              </c:numCache>
            </c:numRef>
          </c:cat>
          <c:val>
            <c:numRef>
              <c:f>Sheet1!$B$2:$B$4</c:f>
              <c:numCache>
                <c:formatCode>0%</c:formatCode>
                <c:ptCount val="3"/>
                <c:pt idx="0">
                  <c:v>0.12</c:v>
                </c:pt>
                <c:pt idx="1">
                  <c:v>0.13</c:v>
                </c:pt>
                <c:pt idx="2">
                  <c:v>0.15</c:v>
                </c:pt>
              </c:numCache>
            </c:numRef>
          </c:val>
          <c:extLst>
            <c:ext xmlns:c16="http://schemas.microsoft.com/office/drawing/2014/chart" uri="{C3380CC4-5D6E-409C-BE32-E72D297353CC}">
              <c16:uniqueId val="{00000000-FD45-4C3F-9B54-0D36F67D040F}"/>
            </c:ext>
          </c:extLst>
        </c:ser>
        <c:ser>
          <c:idx val="1"/>
          <c:order val="1"/>
          <c:tx>
            <c:strRef>
              <c:f>Sheet1!$C$1</c:f>
              <c:strCache>
                <c:ptCount val="1"/>
                <c:pt idx="0">
                  <c:v>CAPMAS</c:v>
                </c:pt>
              </c:strCache>
            </c:strRef>
          </c:tx>
          <c:spPr>
            <a:solidFill>
              <a:schemeClr val="tx1">
                <a:lumMod val="50000"/>
                <a:lumOff val="50000"/>
              </a:schemeClr>
            </a:solidFill>
            <a:ln>
              <a:noFill/>
            </a:ln>
            <a:effectLst/>
          </c:spPr>
          <c:invertIfNegative val="0"/>
          <c:dLbls>
            <c:dLbl>
              <c:idx val="0"/>
              <c:layout>
                <c:manualLayout>
                  <c:x val="8.8717910923724608E-3"/>
                  <c:y val="-1.5083232125241718E-2"/>
                </c:manualLayout>
              </c:layout>
              <c:spPr>
                <a:noFill/>
                <a:ln>
                  <a:noFill/>
                </a:ln>
                <a:effectLst/>
              </c:spPr>
              <c:txPr>
                <a:bodyPr rot="0" spcFirstLastPara="1" vertOverflow="ellipsis" vert="horz" wrap="square" lIns="38100" tIns="19050" rIns="38100" bIns="19050" anchor="ctr" anchorCtr="1">
                  <a:noAutofit/>
                </a:bodyPr>
                <a:lstStyle/>
                <a:p>
                  <a:pPr>
                    <a:defRPr sz="1600" b="0" i="0" u="none" strike="noStrike" kern="1200" baseline="0">
                      <a:solidFill>
                        <a:schemeClr val="tx1">
                          <a:lumMod val="75000"/>
                          <a:lumOff val="25000"/>
                        </a:schemeClr>
                      </a:solidFill>
                      <a:latin typeface="+mn-lt"/>
                      <a:ea typeface="+mn-ea"/>
                      <a:cs typeface="+mn-cs"/>
                    </a:defRPr>
                  </a:pPr>
                  <a:endParaRPr lang="en-AS"/>
                </a:p>
              </c:txPr>
              <c:dLblPos val="outEnd"/>
              <c:showLegendKey val="0"/>
              <c:showVal val="1"/>
              <c:showCatName val="0"/>
              <c:showSerName val="0"/>
              <c:showPercent val="0"/>
              <c:showBubbleSize val="0"/>
              <c:extLst>
                <c:ext xmlns:c15="http://schemas.microsoft.com/office/drawing/2012/chart" uri="{CE6537A1-D6FC-4f65-9D91-7224C49458BB}">
                  <c15:layout>
                    <c:manualLayout>
                      <c:w val="0.1425475033766945"/>
                      <c:h val="5.8522940645937632E-2"/>
                    </c:manualLayout>
                  </c15:layout>
                </c:ext>
                <c:ext xmlns:c16="http://schemas.microsoft.com/office/drawing/2014/chart" uri="{C3380CC4-5D6E-409C-BE32-E72D297353CC}">
                  <c16:uniqueId val="{00000000-232E-4F2A-895D-943B2A441A2D}"/>
                </c:ext>
              </c:extLst>
            </c:dLbl>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lumMod val="75000"/>
                        <a:lumOff val="25000"/>
                      </a:schemeClr>
                    </a:solidFill>
                    <a:latin typeface="+mn-lt"/>
                    <a:ea typeface="+mn-ea"/>
                    <a:cs typeface="+mn-cs"/>
                  </a:defRPr>
                </a:pPr>
                <a:endParaRPr lang="en-A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prstDash val="solid"/>
                      <a:round/>
                    </a:ln>
                    <a:effectLst/>
                  </c:spPr>
                </c15:leaderLines>
              </c:ext>
            </c:extLst>
          </c:dLbls>
          <c:cat>
            <c:numRef>
              <c:f>Sheet1!$A$2:$A$4</c:f>
              <c:numCache>
                <c:formatCode>General</c:formatCode>
                <c:ptCount val="3"/>
                <c:pt idx="0">
                  <c:v>2017</c:v>
                </c:pt>
                <c:pt idx="1">
                  <c:v>2019</c:v>
                </c:pt>
                <c:pt idx="2">
                  <c:v>2021</c:v>
                </c:pt>
              </c:numCache>
            </c:numRef>
          </c:cat>
          <c:val>
            <c:numRef>
              <c:f>Sheet1!$C$2:$C$4</c:f>
              <c:numCache>
                <c:formatCode>0%</c:formatCode>
                <c:ptCount val="3"/>
                <c:pt idx="0" formatCode="0.00%">
                  <c:v>0.105</c:v>
                </c:pt>
                <c:pt idx="1">
                  <c:v>0.11</c:v>
                </c:pt>
                <c:pt idx="2">
                  <c:v>0.12</c:v>
                </c:pt>
              </c:numCache>
            </c:numRef>
          </c:val>
          <c:extLst>
            <c:ext xmlns:c16="http://schemas.microsoft.com/office/drawing/2014/chart" uri="{C3380CC4-5D6E-409C-BE32-E72D297353CC}">
              <c16:uniqueId val="{00000001-FD45-4C3F-9B54-0D36F67D040F}"/>
            </c:ext>
          </c:extLst>
        </c:ser>
        <c:dLbls>
          <c:dLblPos val="outEnd"/>
          <c:showLegendKey val="0"/>
          <c:showVal val="1"/>
          <c:showCatName val="0"/>
          <c:showSerName val="0"/>
          <c:showPercent val="0"/>
          <c:showBubbleSize val="0"/>
        </c:dLbls>
        <c:gapWidth val="219"/>
        <c:overlap val="-27"/>
        <c:axId val="120858624"/>
        <c:axId val="120651776"/>
      </c:barChart>
      <c:catAx>
        <c:axId val="120858624"/>
        <c:scaling>
          <c:orientation val="minMax"/>
        </c:scaling>
        <c:delete val="0"/>
        <c:axPos val="b"/>
        <c:numFmt formatCode="@" sourceLinked="0"/>
        <c:majorTickMark val="none"/>
        <c:minorTickMark val="none"/>
        <c:tickLblPos val="nextTo"/>
        <c:spPr>
          <a:noFill/>
          <a:ln w="9525" cap="flat" cmpd="sng" algn="ctr">
            <a:solidFill>
              <a:schemeClr val="tx1">
                <a:lumMod val="15000"/>
                <a:lumOff val="85000"/>
              </a:schemeClr>
            </a:solidFill>
            <a:prstDash val="solid"/>
            <a:round/>
          </a:ln>
          <a:effectLst/>
        </c:spPr>
        <c:txPr>
          <a:bodyPr rot="0" spcFirstLastPara="1" vertOverflow="ellipsis"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AS"/>
          </a:p>
        </c:txPr>
        <c:crossAx val="120651776"/>
        <c:crosses val="autoZero"/>
        <c:auto val="1"/>
        <c:lblAlgn val="ctr"/>
        <c:lblOffset val="100"/>
        <c:noMultiLvlLbl val="0"/>
      </c:catAx>
      <c:valAx>
        <c:axId val="120651776"/>
        <c:scaling>
          <c:orientation val="minMax"/>
        </c:scaling>
        <c:delete val="0"/>
        <c:axPos val="l"/>
        <c:majorGridlines>
          <c:spPr>
            <a:ln w="9525" cap="flat" cmpd="sng" algn="ctr">
              <a:solidFill>
                <a:schemeClr val="tx1">
                  <a:lumMod val="15000"/>
                  <a:lumOff val="85000"/>
                </a:schemeClr>
              </a:solidFill>
              <a:prstDash val="solid"/>
              <a:round/>
            </a:ln>
            <a:effectLst/>
          </c:spPr>
        </c:majorGridlines>
        <c:numFmt formatCode="0%" sourceLinked="1"/>
        <c:majorTickMark val="none"/>
        <c:minorTickMark val="none"/>
        <c:tickLblPos val="nextTo"/>
        <c:spPr>
          <a:noFill/>
          <a:ln w="9525" cap="flat" cmpd="sng" algn="ctr">
            <a:noFill/>
            <a:prstDash val="solid"/>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AS"/>
          </a:p>
        </c:txPr>
        <c:crossAx val="120858624"/>
        <c:crosses val="autoZero"/>
        <c:crossBetween val="between"/>
      </c:valAx>
      <c:spPr>
        <a:noFill/>
        <a:ln>
          <a:noFill/>
        </a:ln>
        <a:effectLst/>
      </c:spPr>
    </c:plotArea>
    <c:legend>
      <c:legendPos val="b"/>
      <c:legendEntry>
        <c:idx val="0"/>
        <c:txPr>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AS"/>
          </a:p>
        </c:txPr>
      </c:legendEntry>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AS"/>
        </a:p>
      </c:txPr>
    </c:legend>
    <c:plotVisOnly val="1"/>
    <c:dispBlanksAs val="gap"/>
    <c:showDLblsOverMax val="0"/>
  </c:chart>
  <c:spPr>
    <a:noFill/>
    <a:ln w="9525" cap="flat" cmpd="sng" algn="ctr">
      <a:noFill/>
      <a:prstDash val="solid"/>
    </a:ln>
    <a:effectLst/>
  </c:spPr>
  <c:txPr>
    <a:bodyPr/>
    <a:lstStyle/>
    <a:p>
      <a:pPr>
        <a:defRPr/>
      </a:pPr>
      <a:endParaRPr lang="en-AS"/>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withinLinear" id="15">
  <a:schemeClr val="accent2"/>
</cs:colorStyle>
</file>

<file path=ppt/charts/style1.xml><?xml version="1.0" encoding="utf-8"?>
<cs:chartStyle xmlns:cs="http://schemas.microsoft.com/office/drawing/2012/chartStyle" xmlns:a="http://schemas.openxmlformats.org/drawingml/2006/main" id="103">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mods="ignoreCSTransforms">
      <cs:styleClr val="0">
        <a:shade val="25000"/>
      </cs:styl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mods="ignoreCSTransforms">
      <cs:styleClr val="0">
        <a:tint val="25000"/>
      </cs:styl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drawings/drawing1.xml><?xml version="1.0" encoding="utf-8"?>
<c:userShapes xmlns:c="http://schemas.openxmlformats.org/drawingml/2006/chart">
  <cdr:relSizeAnchor xmlns:cdr="http://schemas.openxmlformats.org/drawingml/2006/chartDrawing">
    <cdr:from>
      <cdr:x>0.11232</cdr:x>
      <cdr:y>0.75558</cdr:y>
    </cdr:from>
    <cdr:to>
      <cdr:x>0.96537</cdr:x>
      <cdr:y>0.88846</cdr:y>
    </cdr:to>
    <cdr:sp macro="" textlink="">
      <cdr:nvSpPr>
        <cdr:cNvPr id="2" name="TextBox 1"/>
        <cdr:cNvSpPr txBox="1"/>
      </cdr:nvSpPr>
      <cdr:spPr>
        <a:xfrm xmlns:a="http://schemas.openxmlformats.org/drawingml/2006/main">
          <a:off x="758395" y="2332844"/>
          <a:ext cx="5759876" cy="410294"/>
        </a:xfrm>
        <a:prstGeom xmlns:a="http://schemas.openxmlformats.org/drawingml/2006/main" prst="rect">
          <a:avLst/>
        </a:prstGeom>
        <a:pattFill xmlns:a="http://schemas.openxmlformats.org/drawingml/2006/main" prst="pct5">
          <a:fgClr>
            <a:srgbClr val="ECF1F4"/>
          </a:fgClr>
          <a:bgClr>
            <a:schemeClr val="tx1">
              <a:lumMod val="20000"/>
              <a:lumOff val="80000"/>
            </a:schemeClr>
          </a:bgClr>
        </a:pattFill>
      </cdr:spPr>
      <cdr:txBody>
        <a:bodyPr xmlns:a="http://schemas.openxmlformats.org/drawingml/2006/main" vertOverflow="clip" wrap="square" rtlCol="1"/>
        <a:lstStyle xmlns:a="http://schemas.openxmlformats.org/drawingml/2006/main"/>
        <a:p xmlns:a="http://schemas.openxmlformats.org/drawingml/2006/main">
          <a:r>
            <a:rPr lang="en-US" sz="1400" dirty="0"/>
            <a:t>          2017	</a:t>
          </a:r>
          <a:r>
            <a:rPr lang="ar-EG" sz="1400" dirty="0"/>
            <a:t>                 </a:t>
          </a:r>
          <a:r>
            <a:rPr lang="en-US" sz="1400" dirty="0"/>
            <a:t>             2019                  </a:t>
          </a:r>
          <a:r>
            <a:rPr lang="ar-EG" sz="1400" dirty="0"/>
            <a:t>      </a:t>
          </a:r>
          <a:r>
            <a:rPr lang="en-US" sz="1400" dirty="0"/>
            <a:t>  2021</a:t>
          </a:r>
          <a:r>
            <a:rPr lang="en-US" sz="1100" dirty="0"/>
            <a:t>		</a:t>
          </a:r>
          <a:endParaRPr lang="ar-EG" sz="1100" dirty="0"/>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76" name="Google Shape;76;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1" name="Google Shape;91;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9" name="Google Shape;109;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9" name="Google Shape;119;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7" name="Google Shape;127;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6" name="Google Shape;136;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5" name="Google Shape;145;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55" name="Google Shape;155;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3" name="Google Shape;163;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5" name="Google Shape;255;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3" name="Google Shape;183;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1" name="Google Shape;201;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5" name="Google Shape;215;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1" name="Google Shape;231;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3" name="Google Shape;243;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6" name="Google Shape;266;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ar-EG" dirty="0"/>
          </a:p>
        </p:txBody>
      </p:sp>
    </p:spTree>
    <p:extLst>
      <p:ext uri="{BB962C8B-B14F-4D97-AF65-F5344CB8AC3E}">
        <p14:creationId xmlns:p14="http://schemas.microsoft.com/office/powerpoint/2010/main" val="20349265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ar-EG" dirty="0"/>
          </a:p>
        </p:txBody>
      </p:sp>
    </p:spTree>
    <p:extLst>
      <p:ext uri="{BB962C8B-B14F-4D97-AF65-F5344CB8AC3E}">
        <p14:creationId xmlns:p14="http://schemas.microsoft.com/office/powerpoint/2010/main" val="203492654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ar-EG" dirty="0"/>
          </a:p>
        </p:txBody>
      </p:sp>
    </p:spTree>
    <p:extLst>
      <p:ext uri="{BB962C8B-B14F-4D97-AF65-F5344CB8AC3E}">
        <p14:creationId xmlns:p14="http://schemas.microsoft.com/office/powerpoint/2010/main" val="20349265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ar-EG" dirty="0"/>
          </a:p>
        </p:txBody>
      </p:sp>
    </p:spTree>
    <p:extLst>
      <p:ext uri="{BB962C8B-B14F-4D97-AF65-F5344CB8AC3E}">
        <p14:creationId xmlns:p14="http://schemas.microsoft.com/office/powerpoint/2010/main" val="20349265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ar-EG" dirty="0"/>
          </a:p>
        </p:txBody>
      </p:sp>
    </p:spTree>
    <p:extLst>
      <p:ext uri="{BB962C8B-B14F-4D97-AF65-F5344CB8AC3E}">
        <p14:creationId xmlns:p14="http://schemas.microsoft.com/office/powerpoint/2010/main" val="59957152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ar-EG" dirty="0"/>
          </a:p>
        </p:txBody>
      </p:sp>
    </p:spTree>
    <p:extLst>
      <p:ext uri="{BB962C8B-B14F-4D97-AF65-F5344CB8AC3E}">
        <p14:creationId xmlns:p14="http://schemas.microsoft.com/office/powerpoint/2010/main" val="1899675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ar-EG" dirty="0"/>
          </a:p>
        </p:txBody>
      </p:sp>
    </p:spTree>
    <p:extLst>
      <p:ext uri="{BB962C8B-B14F-4D97-AF65-F5344CB8AC3E}">
        <p14:creationId xmlns:p14="http://schemas.microsoft.com/office/powerpoint/2010/main" val="317508099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ar-EG" dirty="0"/>
          </a:p>
        </p:txBody>
      </p:sp>
    </p:spTree>
    <p:extLst>
      <p:ext uri="{BB962C8B-B14F-4D97-AF65-F5344CB8AC3E}">
        <p14:creationId xmlns:p14="http://schemas.microsoft.com/office/powerpoint/2010/main" val="216377091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1" name="Google Shape;381;p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ar-EG" dirty="0"/>
          </a:p>
        </p:txBody>
      </p:sp>
    </p:spTree>
    <p:extLst>
      <p:ext uri="{BB962C8B-B14F-4D97-AF65-F5344CB8AC3E}">
        <p14:creationId xmlns:p14="http://schemas.microsoft.com/office/powerpoint/2010/main" val="203492654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ar-EG" dirty="0"/>
          </a:p>
        </p:txBody>
      </p:sp>
    </p:spTree>
    <p:extLst>
      <p:ext uri="{BB962C8B-B14F-4D97-AF65-F5344CB8AC3E}">
        <p14:creationId xmlns:p14="http://schemas.microsoft.com/office/powerpoint/2010/main" val="203492654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ar-EG" dirty="0"/>
          </a:p>
        </p:txBody>
      </p:sp>
    </p:spTree>
    <p:extLst>
      <p:ext uri="{BB962C8B-B14F-4D97-AF65-F5344CB8AC3E}">
        <p14:creationId xmlns:p14="http://schemas.microsoft.com/office/powerpoint/2010/main" val="203492654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Google Shape;422;p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23" name="Google Shape;423;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34"/>
          <p:cNvSpPr txBox="1">
            <a:spLocks noGrp="1"/>
          </p:cNvSpPr>
          <p:nvPr>
            <p:ph type="dt" idx="10"/>
          </p:nvPr>
        </p:nvSpPr>
        <p:spPr>
          <a:xfrm>
            <a:off x="838204" y="6356361"/>
            <a:ext cx="2743201" cy="36512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34"/>
          <p:cNvSpPr txBox="1">
            <a:spLocks noGrp="1"/>
          </p:cNvSpPr>
          <p:nvPr>
            <p:ph type="ftr" idx="11"/>
          </p:nvPr>
        </p:nvSpPr>
        <p:spPr>
          <a:xfrm>
            <a:off x="4038603" y="6356361"/>
            <a:ext cx="4114800" cy="36512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 name="Google Shape;14;p34"/>
          <p:cNvSpPr txBox="1">
            <a:spLocks noGrp="1"/>
          </p:cNvSpPr>
          <p:nvPr>
            <p:ph type="sldNum" idx="12"/>
          </p:nvPr>
        </p:nvSpPr>
        <p:spPr>
          <a:xfrm>
            <a:off x="8610603" y="6356361"/>
            <a:ext cx="2743201" cy="365124"/>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42"/>
              <a:buNone/>
              <a:defRPr sz="1242" b="0" i="0" u="none" strike="noStrike" cap="none">
                <a:solidFill>
                  <a:srgbClr val="888888"/>
                </a:solidFill>
                <a:latin typeface="Calibri"/>
                <a:ea typeface="Calibri"/>
                <a:cs typeface="Calibri"/>
                <a:sym typeface="Calibri"/>
              </a:defRPr>
            </a:lvl1pPr>
            <a:lvl2pPr marL="0" lvl="1" indent="0" algn="r">
              <a:lnSpc>
                <a:spcPct val="100000"/>
              </a:lnSpc>
              <a:spcBef>
                <a:spcPts val="0"/>
              </a:spcBef>
              <a:spcAft>
                <a:spcPts val="0"/>
              </a:spcAft>
              <a:buSzPts val="1242"/>
              <a:buNone/>
              <a:defRPr sz="1242" b="0" i="0" u="none" strike="noStrike" cap="none">
                <a:solidFill>
                  <a:srgbClr val="888888"/>
                </a:solidFill>
                <a:latin typeface="Calibri"/>
                <a:ea typeface="Calibri"/>
                <a:cs typeface="Calibri"/>
                <a:sym typeface="Calibri"/>
              </a:defRPr>
            </a:lvl2pPr>
            <a:lvl3pPr marL="0" lvl="2" indent="0" algn="r">
              <a:lnSpc>
                <a:spcPct val="100000"/>
              </a:lnSpc>
              <a:spcBef>
                <a:spcPts val="0"/>
              </a:spcBef>
              <a:spcAft>
                <a:spcPts val="0"/>
              </a:spcAft>
              <a:buSzPts val="1242"/>
              <a:buNone/>
              <a:defRPr sz="1242" b="0" i="0" u="none" strike="noStrike" cap="none">
                <a:solidFill>
                  <a:srgbClr val="888888"/>
                </a:solidFill>
                <a:latin typeface="Calibri"/>
                <a:ea typeface="Calibri"/>
                <a:cs typeface="Calibri"/>
                <a:sym typeface="Calibri"/>
              </a:defRPr>
            </a:lvl3pPr>
            <a:lvl4pPr marL="0" lvl="3" indent="0" algn="r">
              <a:lnSpc>
                <a:spcPct val="100000"/>
              </a:lnSpc>
              <a:spcBef>
                <a:spcPts val="0"/>
              </a:spcBef>
              <a:spcAft>
                <a:spcPts val="0"/>
              </a:spcAft>
              <a:buSzPts val="1242"/>
              <a:buNone/>
              <a:defRPr sz="1242" b="0" i="0" u="none" strike="noStrike" cap="none">
                <a:solidFill>
                  <a:srgbClr val="888888"/>
                </a:solidFill>
                <a:latin typeface="Calibri"/>
                <a:ea typeface="Calibri"/>
                <a:cs typeface="Calibri"/>
                <a:sym typeface="Calibri"/>
              </a:defRPr>
            </a:lvl4pPr>
            <a:lvl5pPr marL="0" lvl="4" indent="0" algn="r">
              <a:lnSpc>
                <a:spcPct val="100000"/>
              </a:lnSpc>
              <a:spcBef>
                <a:spcPts val="0"/>
              </a:spcBef>
              <a:spcAft>
                <a:spcPts val="0"/>
              </a:spcAft>
              <a:buSzPts val="1242"/>
              <a:buNone/>
              <a:defRPr sz="1242" b="0" i="0" u="none" strike="noStrike" cap="none">
                <a:solidFill>
                  <a:srgbClr val="888888"/>
                </a:solidFill>
                <a:latin typeface="Calibri"/>
                <a:ea typeface="Calibri"/>
                <a:cs typeface="Calibri"/>
                <a:sym typeface="Calibri"/>
              </a:defRPr>
            </a:lvl5pPr>
            <a:lvl6pPr marL="0" lvl="5" indent="0" algn="r">
              <a:lnSpc>
                <a:spcPct val="100000"/>
              </a:lnSpc>
              <a:spcBef>
                <a:spcPts val="0"/>
              </a:spcBef>
              <a:spcAft>
                <a:spcPts val="0"/>
              </a:spcAft>
              <a:buSzPts val="1242"/>
              <a:buNone/>
              <a:defRPr sz="1242" b="0" i="0" u="none" strike="noStrike" cap="none">
                <a:solidFill>
                  <a:srgbClr val="888888"/>
                </a:solidFill>
                <a:latin typeface="Calibri"/>
                <a:ea typeface="Calibri"/>
                <a:cs typeface="Calibri"/>
                <a:sym typeface="Calibri"/>
              </a:defRPr>
            </a:lvl6pPr>
            <a:lvl7pPr marL="0" lvl="6" indent="0" algn="r">
              <a:lnSpc>
                <a:spcPct val="100000"/>
              </a:lnSpc>
              <a:spcBef>
                <a:spcPts val="0"/>
              </a:spcBef>
              <a:spcAft>
                <a:spcPts val="0"/>
              </a:spcAft>
              <a:buSzPts val="1242"/>
              <a:buNone/>
              <a:defRPr sz="1242" b="0" i="0" u="none" strike="noStrike" cap="none">
                <a:solidFill>
                  <a:srgbClr val="888888"/>
                </a:solidFill>
                <a:latin typeface="Calibri"/>
                <a:ea typeface="Calibri"/>
                <a:cs typeface="Calibri"/>
                <a:sym typeface="Calibri"/>
              </a:defRPr>
            </a:lvl7pPr>
            <a:lvl8pPr marL="0" lvl="7" indent="0" algn="r">
              <a:lnSpc>
                <a:spcPct val="100000"/>
              </a:lnSpc>
              <a:spcBef>
                <a:spcPts val="0"/>
              </a:spcBef>
              <a:spcAft>
                <a:spcPts val="0"/>
              </a:spcAft>
              <a:buSzPts val="1242"/>
              <a:buNone/>
              <a:defRPr sz="1242" b="0" i="0" u="none" strike="noStrike" cap="none">
                <a:solidFill>
                  <a:srgbClr val="888888"/>
                </a:solidFill>
                <a:latin typeface="Calibri"/>
                <a:ea typeface="Calibri"/>
                <a:cs typeface="Calibri"/>
                <a:sym typeface="Calibri"/>
              </a:defRPr>
            </a:lvl8pPr>
            <a:lvl9pPr marL="0" lvl="8" indent="0" algn="r">
              <a:lnSpc>
                <a:spcPct val="100000"/>
              </a:lnSpc>
              <a:spcBef>
                <a:spcPts val="0"/>
              </a:spcBef>
              <a:spcAft>
                <a:spcPts val="0"/>
              </a:spcAft>
              <a:buSzPts val="1242"/>
              <a:buNone/>
              <a:defRPr sz="1242"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5"/>
          <p:cNvSpPr txBox="1">
            <a:spLocks noGrp="1"/>
          </p:cNvSpPr>
          <p:nvPr>
            <p:ph type="ctrTitle"/>
          </p:nvPr>
        </p:nvSpPr>
        <p:spPr>
          <a:xfrm>
            <a:off x="1524005" y="1122363"/>
            <a:ext cx="9144001"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dk1"/>
              </a:buClr>
              <a:buSzPts val="6000"/>
              <a:buFont typeface="Calibri"/>
              <a:buNone/>
              <a:defRPr sz="621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35"/>
          <p:cNvSpPr txBox="1">
            <a:spLocks noGrp="1"/>
          </p:cNvSpPr>
          <p:nvPr>
            <p:ph type="subTitle" idx="1"/>
          </p:nvPr>
        </p:nvSpPr>
        <p:spPr>
          <a:xfrm>
            <a:off x="1524005" y="3602038"/>
            <a:ext cx="9144001" cy="1655762"/>
          </a:xfrm>
          <a:prstGeom prst="rect">
            <a:avLst/>
          </a:prstGeom>
          <a:noFill/>
          <a:ln>
            <a:noFill/>
          </a:ln>
        </p:spPr>
        <p:txBody>
          <a:bodyPr spcFirstLastPara="1" wrap="square" lIns="91425" tIns="45700" rIns="91425" bIns="45700" anchor="t" anchorCtr="0">
            <a:noAutofit/>
          </a:bodyPr>
          <a:lstStyle>
            <a:lvl1pPr lvl="0" algn="ctr">
              <a:lnSpc>
                <a:spcPct val="90000"/>
              </a:lnSpc>
              <a:spcBef>
                <a:spcPts val="1035"/>
              </a:spcBef>
              <a:spcAft>
                <a:spcPts val="0"/>
              </a:spcAft>
              <a:buClr>
                <a:schemeClr val="dk1"/>
              </a:buClr>
              <a:buSzPts val="2400"/>
              <a:buNone/>
              <a:defRPr sz="2484"/>
            </a:lvl1pPr>
            <a:lvl2pPr lvl="1" algn="ctr">
              <a:lnSpc>
                <a:spcPct val="90000"/>
              </a:lnSpc>
              <a:spcBef>
                <a:spcPts val="518"/>
              </a:spcBef>
              <a:spcAft>
                <a:spcPts val="0"/>
              </a:spcAft>
              <a:buClr>
                <a:schemeClr val="dk1"/>
              </a:buClr>
              <a:buSzPts val="2000"/>
              <a:buNone/>
              <a:defRPr sz="2069"/>
            </a:lvl2pPr>
            <a:lvl3pPr lvl="2" algn="ctr">
              <a:lnSpc>
                <a:spcPct val="90000"/>
              </a:lnSpc>
              <a:spcBef>
                <a:spcPts val="518"/>
              </a:spcBef>
              <a:spcAft>
                <a:spcPts val="0"/>
              </a:spcAft>
              <a:buClr>
                <a:schemeClr val="dk1"/>
              </a:buClr>
              <a:buSzPts val="1800"/>
              <a:buNone/>
              <a:defRPr sz="1862"/>
            </a:lvl3pPr>
            <a:lvl4pPr lvl="3" algn="ctr">
              <a:lnSpc>
                <a:spcPct val="90000"/>
              </a:lnSpc>
              <a:spcBef>
                <a:spcPts val="518"/>
              </a:spcBef>
              <a:spcAft>
                <a:spcPts val="0"/>
              </a:spcAft>
              <a:buClr>
                <a:schemeClr val="dk1"/>
              </a:buClr>
              <a:buSzPts val="1600"/>
              <a:buNone/>
              <a:defRPr sz="1656"/>
            </a:lvl4pPr>
            <a:lvl5pPr lvl="4" algn="ctr">
              <a:lnSpc>
                <a:spcPct val="90000"/>
              </a:lnSpc>
              <a:spcBef>
                <a:spcPts val="518"/>
              </a:spcBef>
              <a:spcAft>
                <a:spcPts val="0"/>
              </a:spcAft>
              <a:buClr>
                <a:schemeClr val="dk1"/>
              </a:buClr>
              <a:buSzPts val="1600"/>
              <a:buNone/>
              <a:defRPr sz="1656"/>
            </a:lvl5pPr>
            <a:lvl6pPr lvl="5" algn="ctr">
              <a:lnSpc>
                <a:spcPct val="90000"/>
              </a:lnSpc>
              <a:spcBef>
                <a:spcPts val="518"/>
              </a:spcBef>
              <a:spcAft>
                <a:spcPts val="0"/>
              </a:spcAft>
              <a:buClr>
                <a:schemeClr val="dk1"/>
              </a:buClr>
              <a:buSzPts val="1600"/>
              <a:buNone/>
              <a:defRPr sz="1656"/>
            </a:lvl6pPr>
            <a:lvl7pPr lvl="6" algn="ctr">
              <a:lnSpc>
                <a:spcPct val="90000"/>
              </a:lnSpc>
              <a:spcBef>
                <a:spcPts val="518"/>
              </a:spcBef>
              <a:spcAft>
                <a:spcPts val="0"/>
              </a:spcAft>
              <a:buClr>
                <a:schemeClr val="dk1"/>
              </a:buClr>
              <a:buSzPts val="1600"/>
              <a:buNone/>
              <a:defRPr sz="1656"/>
            </a:lvl7pPr>
            <a:lvl8pPr lvl="7" algn="ctr">
              <a:lnSpc>
                <a:spcPct val="90000"/>
              </a:lnSpc>
              <a:spcBef>
                <a:spcPts val="518"/>
              </a:spcBef>
              <a:spcAft>
                <a:spcPts val="0"/>
              </a:spcAft>
              <a:buClr>
                <a:schemeClr val="dk1"/>
              </a:buClr>
              <a:buSzPts val="1600"/>
              <a:buNone/>
              <a:defRPr sz="1656"/>
            </a:lvl8pPr>
            <a:lvl9pPr lvl="8" algn="ctr">
              <a:lnSpc>
                <a:spcPct val="90000"/>
              </a:lnSpc>
              <a:spcBef>
                <a:spcPts val="518"/>
              </a:spcBef>
              <a:spcAft>
                <a:spcPts val="0"/>
              </a:spcAft>
              <a:buClr>
                <a:schemeClr val="dk1"/>
              </a:buClr>
              <a:buSzPts val="1600"/>
              <a:buNone/>
              <a:defRPr sz="1656"/>
            </a:lvl9pPr>
          </a:lstStyle>
          <a:p>
            <a:endParaRPr/>
          </a:p>
        </p:txBody>
      </p:sp>
      <p:sp>
        <p:nvSpPr>
          <p:cNvPr id="18" name="Google Shape;18;p35"/>
          <p:cNvSpPr txBox="1">
            <a:spLocks noGrp="1"/>
          </p:cNvSpPr>
          <p:nvPr>
            <p:ph type="dt" idx="10"/>
          </p:nvPr>
        </p:nvSpPr>
        <p:spPr>
          <a:xfrm>
            <a:off x="838204" y="6356361"/>
            <a:ext cx="2743201" cy="36512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35"/>
          <p:cNvSpPr txBox="1">
            <a:spLocks noGrp="1"/>
          </p:cNvSpPr>
          <p:nvPr>
            <p:ph type="ftr" idx="11"/>
          </p:nvPr>
        </p:nvSpPr>
        <p:spPr>
          <a:xfrm>
            <a:off x="4038603" y="6356361"/>
            <a:ext cx="4114800" cy="36512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35"/>
          <p:cNvSpPr txBox="1">
            <a:spLocks noGrp="1"/>
          </p:cNvSpPr>
          <p:nvPr>
            <p:ph type="sldNum" idx="12"/>
          </p:nvPr>
        </p:nvSpPr>
        <p:spPr>
          <a:xfrm>
            <a:off x="8610603" y="6356361"/>
            <a:ext cx="2743201" cy="365124"/>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42"/>
              <a:buNone/>
              <a:defRPr sz="1242" b="0" i="0" u="none" strike="noStrike" cap="none">
                <a:solidFill>
                  <a:srgbClr val="888888"/>
                </a:solidFill>
                <a:latin typeface="Calibri"/>
                <a:ea typeface="Calibri"/>
                <a:cs typeface="Calibri"/>
                <a:sym typeface="Calibri"/>
              </a:defRPr>
            </a:lvl1pPr>
            <a:lvl2pPr marL="0" lvl="1" indent="0" algn="r">
              <a:lnSpc>
                <a:spcPct val="100000"/>
              </a:lnSpc>
              <a:spcBef>
                <a:spcPts val="0"/>
              </a:spcBef>
              <a:spcAft>
                <a:spcPts val="0"/>
              </a:spcAft>
              <a:buSzPts val="1242"/>
              <a:buNone/>
              <a:defRPr sz="1242" b="0" i="0" u="none" strike="noStrike" cap="none">
                <a:solidFill>
                  <a:srgbClr val="888888"/>
                </a:solidFill>
                <a:latin typeface="Calibri"/>
                <a:ea typeface="Calibri"/>
                <a:cs typeface="Calibri"/>
                <a:sym typeface="Calibri"/>
              </a:defRPr>
            </a:lvl2pPr>
            <a:lvl3pPr marL="0" lvl="2" indent="0" algn="r">
              <a:lnSpc>
                <a:spcPct val="100000"/>
              </a:lnSpc>
              <a:spcBef>
                <a:spcPts val="0"/>
              </a:spcBef>
              <a:spcAft>
                <a:spcPts val="0"/>
              </a:spcAft>
              <a:buSzPts val="1242"/>
              <a:buNone/>
              <a:defRPr sz="1242" b="0" i="0" u="none" strike="noStrike" cap="none">
                <a:solidFill>
                  <a:srgbClr val="888888"/>
                </a:solidFill>
                <a:latin typeface="Calibri"/>
                <a:ea typeface="Calibri"/>
                <a:cs typeface="Calibri"/>
                <a:sym typeface="Calibri"/>
              </a:defRPr>
            </a:lvl3pPr>
            <a:lvl4pPr marL="0" lvl="3" indent="0" algn="r">
              <a:lnSpc>
                <a:spcPct val="100000"/>
              </a:lnSpc>
              <a:spcBef>
                <a:spcPts val="0"/>
              </a:spcBef>
              <a:spcAft>
                <a:spcPts val="0"/>
              </a:spcAft>
              <a:buSzPts val="1242"/>
              <a:buNone/>
              <a:defRPr sz="1242" b="0" i="0" u="none" strike="noStrike" cap="none">
                <a:solidFill>
                  <a:srgbClr val="888888"/>
                </a:solidFill>
                <a:latin typeface="Calibri"/>
                <a:ea typeface="Calibri"/>
                <a:cs typeface="Calibri"/>
                <a:sym typeface="Calibri"/>
              </a:defRPr>
            </a:lvl4pPr>
            <a:lvl5pPr marL="0" lvl="4" indent="0" algn="r">
              <a:lnSpc>
                <a:spcPct val="100000"/>
              </a:lnSpc>
              <a:spcBef>
                <a:spcPts val="0"/>
              </a:spcBef>
              <a:spcAft>
                <a:spcPts val="0"/>
              </a:spcAft>
              <a:buSzPts val="1242"/>
              <a:buNone/>
              <a:defRPr sz="1242" b="0" i="0" u="none" strike="noStrike" cap="none">
                <a:solidFill>
                  <a:srgbClr val="888888"/>
                </a:solidFill>
                <a:latin typeface="Calibri"/>
                <a:ea typeface="Calibri"/>
                <a:cs typeface="Calibri"/>
                <a:sym typeface="Calibri"/>
              </a:defRPr>
            </a:lvl5pPr>
            <a:lvl6pPr marL="0" lvl="5" indent="0" algn="r">
              <a:lnSpc>
                <a:spcPct val="100000"/>
              </a:lnSpc>
              <a:spcBef>
                <a:spcPts val="0"/>
              </a:spcBef>
              <a:spcAft>
                <a:spcPts val="0"/>
              </a:spcAft>
              <a:buSzPts val="1242"/>
              <a:buNone/>
              <a:defRPr sz="1242" b="0" i="0" u="none" strike="noStrike" cap="none">
                <a:solidFill>
                  <a:srgbClr val="888888"/>
                </a:solidFill>
                <a:latin typeface="Calibri"/>
                <a:ea typeface="Calibri"/>
                <a:cs typeface="Calibri"/>
                <a:sym typeface="Calibri"/>
              </a:defRPr>
            </a:lvl6pPr>
            <a:lvl7pPr marL="0" lvl="6" indent="0" algn="r">
              <a:lnSpc>
                <a:spcPct val="100000"/>
              </a:lnSpc>
              <a:spcBef>
                <a:spcPts val="0"/>
              </a:spcBef>
              <a:spcAft>
                <a:spcPts val="0"/>
              </a:spcAft>
              <a:buSzPts val="1242"/>
              <a:buNone/>
              <a:defRPr sz="1242" b="0" i="0" u="none" strike="noStrike" cap="none">
                <a:solidFill>
                  <a:srgbClr val="888888"/>
                </a:solidFill>
                <a:latin typeface="Calibri"/>
                <a:ea typeface="Calibri"/>
                <a:cs typeface="Calibri"/>
                <a:sym typeface="Calibri"/>
              </a:defRPr>
            </a:lvl7pPr>
            <a:lvl8pPr marL="0" lvl="7" indent="0" algn="r">
              <a:lnSpc>
                <a:spcPct val="100000"/>
              </a:lnSpc>
              <a:spcBef>
                <a:spcPts val="0"/>
              </a:spcBef>
              <a:spcAft>
                <a:spcPts val="0"/>
              </a:spcAft>
              <a:buSzPts val="1242"/>
              <a:buNone/>
              <a:defRPr sz="1242" b="0" i="0" u="none" strike="noStrike" cap="none">
                <a:solidFill>
                  <a:srgbClr val="888888"/>
                </a:solidFill>
                <a:latin typeface="Calibri"/>
                <a:ea typeface="Calibri"/>
                <a:cs typeface="Calibri"/>
                <a:sym typeface="Calibri"/>
              </a:defRPr>
            </a:lvl8pPr>
            <a:lvl9pPr marL="0" lvl="8" indent="0" algn="r">
              <a:lnSpc>
                <a:spcPct val="100000"/>
              </a:lnSpc>
              <a:spcBef>
                <a:spcPts val="0"/>
              </a:spcBef>
              <a:spcAft>
                <a:spcPts val="0"/>
              </a:spcAft>
              <a:buSzPts val="1242"/>
              <a:buNone/>
              <a:defRPr sz="1242"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1"/>
        <p:cNvGrpSpPr/>
        <p:nvPr/>
      </p:nvGrpSpPr>
      <p:grpSpPr>
        <a:xfrm>
          <a:off x="0" y="0"/>
          <a:ext cx="0" cy="0"/>
          <a:chOff x="0" y="0"/>
          <a:chExt cx="0" cy="0"/>
        </a:xfrm>
      </p:grpSpPr>
      <p:sp>
        <p:nvSpPr>
          <p:cNvPr id="22" name="Google Shape;22;p36"/>
          <p:cNvSpPr txBox="1">
            <a:spLocks noGrp="1"/>
          </p:cNvSpPr>
          <p:nvPr>
            <p:ph type="title"/>
          </p:nvPr>
        </p:nvSpPr>
        <p:spPr>
          <a:xfrm>
            <a:off x="831851" y="1709749"/>
            <a:ext cx="10515600" cy="2852737"/>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6000"/>
              <a:buFont typeface="Calibri"/>
              <a:buNone/>
              <a:defRPr sz="621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36"/>
          <p:cNvSpPr txBox="1">
            <a:spLocks noGrp="1"/>
          </p:cNvSpPr>
          <p:nvPr>
            <p:ph type="body" idx="1"/>
          </p:nvPr>
        </p:nvSpPr>
        <p:spPr>
          <a:xfrm>
            <a:off x="831851" y="4589466"/>
            <a:ext cx="10515600" cy="1500187"/>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35"/>
              </a:spcBef>
              <a:spcAft>
                <a:spcPts val="0"/>
              </a:spcAft>
              <a:buClr>
                <a:srgbClr val="888888"/>
              </a:buClr>
              <a:buSzPts val="2400"/>
              <a:buNone/>
              <a:defRPr sz="2484">
                <a:solidFill>
                  <a:srgbClr val="888888"/>
                </a:solidFill>
              </a:defRPr>
            </a:lvl1pPr>
            <a:lvl2pPr marL="914400" lvl="1" indent="-228600" algn="l">
              <a:lnSpc>
                <a:spcPct val="90000"/>
              </a:lnSpc>
              <a:spcBef>
                <a:spcPts val="518"/>
              </a:spcBef>
              <a:spcAft>
                <a:spcPts val="0"/>
              </a:spcAft>
              <a:buClr>
                <a:srgbClr val="888888"/>
              </a:buClr>
              <a:buSzPts val="2000"/>
              <a:buNone/>
              <a:defRPr sz="2069">
                <a:solidFill>
                  <a:srgbClr val="888888"/>
                </a:solidFill>
              </a:defRPr>
            </a:lvl2pPr>
            <a:lvl3pPr marL="1371600" lvl="2" indent="-228600" algn="l">
              <a:lnSpc>
                <a:spcPct val="90000"/>
              </a:lnSpc>
              <a:spcBef>
                <a:spcPts val="518"/>
              </a:spcBef>
              <a:spcAft>
                <a:spcPts val="0"/>
              </a:spcAft>
              <a:buClr>
                <a:srgbClr val="888888"/>
              </a:buClr>
              <a:buSzPts val="1800"/>
              <a:buNone/>
              <a:defRPr sz="1862">
                <a:solidFill>
                  <a:srgbClr val="888888"/>
                </a:solidFill>
              </a:defRPr>
            </a:lvl3pPr>
            <a:lvl4pPr marL="1828800" lvl="3" indent="-228600" algn="l">
              <a:lnSpc>
                <a:spcPct val="90000"/>
              </a:lnSpc>
              <a:spcBef>
                <a:spcPts val="518"/>
              </a:spcBef>
              <a:spcAft>
                <a:spcPts val="0"/>
              </a:spcAft>
              <a:buClr>
                <a:srgbClr val="888888"/>
              </a:buClr>
              <a:buSzPts val="1600"/>
              <a:buNone/>
              <a:defRPr sz="1656">
                <a:solidFill>
                  <a:srgbClr val="888888"/>
                </a:solidFill>
              </a:defRPr>
            </a:lvl4pPr>
            <a:lvl5pPr marL="2286000" lvl="4" indent="-228600" algn="l">
              <a:lnSpc>
                <a:spcPct val="90000"/>
              </a:lnSpc>
              <a:spcBef>
                <a:spcPts val="518"/>
              </a:spcBef>
              <a:spcAft>
                <a:spcPts val="0"/>
              </a:spcAft>
              <a:buClr>
                <a:srgbClr val="888888"/>
              </a:buClr>
              <a:buSzPts val="1600"/>
              <a:buNone/>
              <a:defRPr sz="1656">
                <a:solidFill>
                  <a:srgbClr val="888888"/>
                </a:solidFill>
              </a:defRPr>
            </a:lvl5pPr>
            <a:lvl6pPr marL="2743200" lvl="5" indent="-228600" algn="l">
              <a:lnSpc>
                <a:spcPct val="90000"/>
              </a:lnSpc>
              <a:spcBef>
                <a:spcPts val="518"/>
              </a:spcBef>
              <a:spcAft>
                <a:spcPts val="0"/>
              </a:spcAft>
              <a:buClr>
                <a:srgbClr val="888888"/>
              </a:buClr>
              <a:buSzPts val="1600"/>
              <a:buNone/>
              <a:defRPr sz="1656">
                <a:solidFill>
                  <a:srgbClr val="888888"/>
                </a:solidFill>
              </a:defRPr>
            </a:lvl6pPr>
            <a:lvl7pPr marL="3200400" lvl="6" indent="-228600" algn="l">
              <a:lnSpc>
                <a:spcPct val="90000"/>
              </a:lnSpc>
              <a:spcBef>
                <a:spcPts val="518"/>
              </a:spcBef>
              <a:spcAft>
                <a:spcPts val="0"/>
              </a:spcAft>
              <a:buClr>
                <a:srgbClr val="888888"/>
              </a:buClr>
              <a:buSzPts val="1600"/>
              <a:buNone/>
              <a:defRPr sz="1656">
                <a:solidFill>
                  <a:srgbClr val="888888"/>
                </a:solidFill>
              </a:defRPr>
            </a:lvl7pPr>
            <a:lvl8pPr marL="3657600" lvl="7" indent="-228600" algn="l">
              <a:lnSpc>
                <a:spcPct val="90000"/>
              </a:lnSpc>
              <a:spcBef>
                <a:spcPts val="518"/>
              </a:spcBef>
              <a:spcAft>
                <a:spcPts val="0"/>
              </a:spcAft>
              <a:buClr>
                <a:srgbClr val="888888"/>
              </a:buClr>
              <a:buSzPts val="1600"/>
              <a:buNone/>
              <a:defRPr sz="1656">
                <a:solidFill>
                  <a:srgbClr val="888888"/>
                </a:solidFill>
              </a:defRPr>
            </a:lvl8pPr>
            <a:lvl9pPr marL="4114800" lvl="8" indent="-228600" algn="l">
              <a:lnSpc>
                <a:spcPct val="90000"/>
              </a:lnSpc>
              <a:spcBef>
                <a:spcPts val="518"/>
              </a:spcBef>
              <a:spcAft>
                <a:spcPts val="0"/>
              </a:spcAft>
              <a:buClr>
                <a:srgbClr val="888888"/>
              </a:buClr>
              <a:buSzPts val="1600"/>
              <a:buNone/>
              <a:defRPr sz="1656">
                <a:solidFill>
                  <a:srgbClr val="888888"/>
                </a:solidFill>
              </a:defRPr>
            </a:lvl9pPr>
          </a:lstStyle>
          <a:p>
            <a:endParaRPr/>
          </a:p>
        </p:txBody>
      </p:sp>
      <p:sp>
        <p:nvSpPr>
          <p:cNvPr id="24" name="Google Shape;24;p36"/>
          <p:cNvSpPr txBox="1">
            <a:spLocks noGrp="1"/>
          </p:cNvSpPr>
          <p:nvPr>
            <p:ph type="dt" idx="10"/>
          </p:nvPr>
        </p:nvSpPr>
        <p:spPr>
          <a:xfrm>
            <a:off x="838204" y="6356361"/>
            <a:ext cx="2743201" cy="36512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36"/>
          <p:cNvSpPr txBox="1">
            <a:spLocks noGrp="1"/>
          </p:cNvSpPr>
          <p:nvPr>
            <p:ph type="ftr" idx="11"/>
          </p:nvPr>
        </p:nvSpPr>
        <p:spPr>
          <a:xfrm>
            <a:off x="4038603" y="6356361"/>
            <a:ext cx="4114800" cy="36512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36"/>
          <p:cNvSpPr txBox="1">
            <a:spLocks noGrp="1"/>
          </p:cNvSpPr>
          <p:nvPr>
            <p:ph type="sldNum" idx="12"/>
          </p:nvPr>
        </p:nvSpPr>
        <p:spPr>
          <a:xfrm>
            <a:off x="8610603" y="6356361"/>
            <a:ext cx="2743201" cy="365124"/>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42"/>
              <a:buNone/>
              <a:defRPr sz="1242" b="0" i="0" u="none" strike="noStrike" cap="none">
                <a:solidFill>
                  <a:srgbClr val="888888"/>
                </a:solidFill>
                <a:latin typeface="Calibri"/>
                <a:ea typeface="Calibri"/>
                <a:cs typeface="Calibri"/>
                <a:sym typeface="Calibri"/>
              </a:defRPr>
            </a:lvl1pPr>
            <a:lvl2pPr marL="0" lvl="1" indent="0" algn="r">
              <a:lnSpc>
                <a:spcPct val="100000"/>
              </a:lnSpc>
              <a:spcBef>
                <a:spcPts val="0"/>
              </a:spcBef>
              <a:spcAft>
                <a:spcPts val="0"/>
              </a:spcAft>
              <a:buSzPts val="1242"/>
              <a:buNone/>
              <a:defRPr sz="1242" b="0" i="0" u="none" strike="noStrike" cap="none">
                <a:solidFill>
                  <a:srgbClr val="888888"/>
                </a:solidFill>
                <a:latin typeface="Calibri"/>
                <a:ea typeface="Calibri"/>
                <a:cs typeface="Calibri"/>
                <a:sym typeface="Calibri"/>
              </a:defRPr>
            </a:lvl2pPr>
            <a:lvl3pPr marL="0" lvl="2" indent="0" algn="r">
              <a:lnSpc>
                <a:spcPct val="100000"/>
              </a:lnSpc>
              <a:spcBef>
                <a:spcPts val="0"/>
              </a:spcBef>
              <a:spcAft>
                <a:spcPts val="0"/>
              </a:spcAft>
              <a:buSzPts val="1242"/>
              <a:buNone/>
              <a:defRPr sz="1242" b="0" i="0" u="none" strike="noStrike" cap="none">
                <a:solidFill>
                  <a:srgbClr val="888888"/>
                </a:solidFill>
                <a:latin typeface="Calibri"/>
                <a:ea typeface="Calibri"/>
                <a:cs typeface="Calibri"/>
                <a:sym typeface="Calibri"/>
              </a:defRPr>
            </a:lvl3pPr>
            <a:lvl4pPr marL="0" lvl="3" indent="0" algn="r">
              <a:lnSpc>
                <a:spcPct val="100000"/>
              </a:lnSpc>
              <a:spcBef>
                <a:spcPts val="0"/>
              </a:spcBef>
              <a:spcAft>
                <a:spcPts val="0"/>
              </a:spcAft>
              <a:buSzPts val="1242"/>
              <a:buNone/>
              <a:defRPr sz="1242" b="0" i="0" u="none" strike="noStrike" cap="none">
                <a:solidFill>
                  <a:srgbClr val="888888"/>
                </a:solidFill>
                <a:latin typeface="Calibri"/>
                <a:ea typeface="Calibri"/>
                <a:cs typeface="Calibri"/>
                <a:sym typeface="Calibri"/>
              </a:defRPr>
            </a:lvl4pPr>
            <a:lvl5pPr marL="0" lvl="4" indent="0" algn="r">
              <a:lnSpc>
                <a:spcPct val="100000"/>
              </a:lnSpc>
              <a:spcBef>
                <a:spcPts val="0"/>
              </a:spcBef>
              <a:spcAft>
                <a:spcPts val="0"/>
              </a:spcAft>
              <a:buSzPts val="1242"/>
              <a:buNone/>
              <a:defRPr sz="1242" b="0" i="0" u="none" strike="noStrike" cap="none">
                <a:solidFill>
                  <a:srgbClr val="888888"/>
                </a:solidFill>
                <a:latin typeface="Calibri"/>
                <a:ea typeface="Calibri"/>
                <a:cs typeface="Calibri"/>
                <a:sym typeface="Calibri"/>
              </a:defRPr>
            </a:lvl5pPr>
            <a:lvl6pPr marL="0" lvl="5" indent="0" algn="r">
              <a:lnSpc>
                <a:spcPct val="100000"/>
              </a:lnSpc>
              <a:spcBef>
                <a:spcPts val="0"/>
              </a:spcBef>
              <a:spcAft>
                <a:spcPts val="0"/>
              </a:spcAft>
              <a:buSzPts val="1242"/>
              <a:buNone/>
              <a:defRPr sz="1242" b="0" i="0" u="none" strike="noStrike" cap="none">
                <a:solidFill>
                  <a:srgbClr val="888888"/>
                </a:solidFill>
                <a:latin typeface="Calibri"/>
                <a:ea typeface="Calibri"/>
                <a:cs typeface="Calibri"/>
                <a:sym typeface="Calibri"/>
              </a:defRPr>
            </a:lvl6pPr>
            <a:lvl7pPr marL="0" lvl="6" indent="0" algn="r">
              <a:lnSpc>
                <a:spcPct val="100000"/>
              </a:lnSpc>
              <a:spcBef>
                <a:spcPts val="0"/>
              </a:spcBef>
              <a:spcAft>
                <a:spcPts val="0"/>
              </a:spcAft>
              <a:buSzPts val="1242"/>
              <a:buNone/>
              <a:defRPr sz="1242" b="0" i="0" u="none" strike="noStrike" cap="none">
                <a:solidFill>
                  <a:srgbClr val="888888"/>
                </a:solidFill>
                <a:latin typeface="Calibri"/>
                <a:ea typeface="Calibri"/>
                <a:cs typeface="Calibri"/>
                <a:sym typeface="Calibri"/>
              </a:defRPr>
            </a:lvl7pPr>
            <a:lvl8pPr marL="0" lvl="7" indent="0" algn="r">
              <a:lnSpc>
                <a:spcPct val="100000"/>
              </a:lnSpc>
              <a:spcBef>
                <a:spcPts val="0"/>
              </a:spcBef>
              <a:spcAft>
                <a:spcPts val="0"/>
              </a:spcAft>
              <a:buSzPts val="1242"/>
              <a:buNone/>
              <a:defRPr sz="1242" b="0" i="0" u="none" strike="noStrike" cap="none">
                <a:solidFill>
                  <a:srgbClr val="888888"/>
                </a:solidFill>
                <a:latin typeface="Calibri"/>
                <a:ea typeface="Calibri"/>
                <a:cs typeface="Calibri"/>
                <a:sym typeface="Calibri"/>
              </a:defRPr>
            </a:lvl8pPr>
            <a:lvl9pPr marL="0" lvl="8" indent="0" algn="r">
              <a:lnSpc>
                <a:spcPct val="100000"/>
              </a:lnSpc>
              <a:spcBef>
                <a:spcPts val="0"/>
              </a:spcBef>
              <a:spcAft>
                <a:spcPts val="0"/>
              </a:spcAft>
              <a:buSzPts val="1242"/>
              <a:buNone/>
              <a:defRPr sz="1242"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7"/>
        <p:cNvGrpSpPr/>
        <p:nvPr/>
      </p:nvGrpSpPr>
      <p:grpSpPr>
        <a:xfrm>
          <a:off x="0" y="0"/>
          <a:ext cx="0" cy="0"/>
          <a:chOff x="0" y="0"/>
          <a:chExt cx="0" cy="0"/>
        </a:xfrm>
      </p:grpSpPr>
      <p:sp>
        <p:nvSpPr>
          <p:cNvPr id="28" name="Google Shape;28;p37"/>
          <p:cNvSpPr txBox="1">
            <a:spLocks noGrp="1"/>
          </p:cNvSpPr>
          <p:nvPr>
            <p:ph type="title"/>
          </p:nvPr>
        </p:nvSpPr>
        <p:spPr>
          <a:xfrm>
            <a:off x="838201" y="365130"/>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37"/>
          <p:cNvSpPr txBox="1">
            <a:spLocks noGrp="1"/>
          </p:cNvSpPr>
          <p:nvPr>
            <p:ph type="body" idx="1"/>
          </p:nvPr>
        </p:nvSpPr>
        <p:spPr>
          <a:xfrm>
            <a:off x="838205"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35"/>
              </a:spcBef>
              <a:spcAft>
                <a:spcPts val="0"/>
              </a:spcAft>
              <a:buClr>
                <a:schemeClr val="dk1"/>
              </a:buClr>
              <a:buSzPts val="1800"/>
              <a:buChar char="•"/>
              <a:defRPr/>
            </a:lvl1pPr>
            <a:lvl2pPr marL="914400" lvl="1" indent="-342900" algn="l">
              <a:lnSpc>
                <a:spcPct val="90000"/>
              </a:lnSpc>
              <a:spcBef>
                <a:spcPts val="518"/>
              </a:spcBef>
              <a:spcAft>
                <a:spcPts val="0"/>
              </a:spcAft>
              <a:buClr>
                <a:schemeClr val="dk1"/>
              </a:buClr>
              <a:buSzPts val="1800"/>
              <a:buChar char="•"/>
              <a:defRPr/>
            </a:lvl2pPr>
            <a:lvl3pPr marL="1371600" lvl="2" indent="-342900" algn="l">
              <a:lnSpc>
                <a:spcPct val="90000"/>
              </a:lnSpc>
              <a:spcBef>
                <a:spcPts val="518"/>
              </a:spcBef>
              <a:spcAft>
                <a:spcPts val="0"/>
              </a:spcAft>
              <a:buClr>
                <a:schemeClr val="dk1"/>
              </a:buClr>
              <a:buSzPts val="1800"/>
              <a:buChar char="•"/>
              <a:defRPr/>
            </a:lvl3pPr>
            <a:lvl4pPr marL="1828800" lvl="3" indent="-342900" algn="l">
              <a:lnSpc>
                <a:spcPct val="90000"/>
              </a:lnSpc>
              <a:spcBef>
                <a:spcPts val="518"/>
              </a:spcBef>
              <a:spcAft>
                <a:spcPts val="0"/>
              </a:spcAft>
              <a:buClr>
                <a:schemeClr val="dk1"/>
              </a:buClr>
              <a:buSzPts val="1800"/>
              <a:buChar char="•"/>
              <a:defRPr/>
            </a:lvl4pPr>
            <a:lvl5pPr marL="2286000" lvl="4" indent="-342900" algn="l">
              <a:lnSpc>
                <a:spcPct val="90000"/>
              </a:lnSpc>
              <a:spcBef>
                <a:spcPts val="518"/>
              </a:spcBef>
              <a:spcAft>
                <a:spcPts val="0"/>
              </a:spcAft>
              <a:buClr>
                <a:schemeClr val="dk1"/>
              </a:buClr>
              <a:buSzPts val="1800"/>
              <a:buChar char="•"/>
              <a:defRPr/>
            </a:lvl5pPr>
            <a:lvl6pPr marL="2743200" lvl="5" indent="-342900" algn="l">
              <a:lnSpc>
                <a:spcPct val="90000"/>
              </a:lnSpc>
              <a:spcBef>
                <a:spcPts val="518"/>
              </a:spcBef>
              <a:spcAft>
                <a:spcPts val="0"/>
              </a:spcAft>
              <a:buClr>
                <a:schemeClr val="dk1"/>
              </a:buClr>
              <a:buSzPts val="1800"/>
              <a:buChar char="•"/>
              <a:defRPr/>
            </a:lvl6pPr>
            <a:lvl7pPr marL="3200400" lvl="6" indent="-342900" algn="l">
              <a:lnSpc>
                <a:spcPct val="90000"/>
              </a:lnSpc>
              <a:spcBef>
                <a:spcPts val="518"/>
              </a:spcBef>
              <a:spcAft>
                <a:spcPts val="0"/>
              </a:spcAft>
              <a:buClr>
                <a:schemeClr val="dk1"/>
              </a:buClr>
              <a:buSzPts val="1800"/>
              <a:buChar char="•"/>
              <a:defRPr/>
            </a:lvl7pPr>
            <a:lvl8pPr marL="3657600" lvl="7" indent="-342900" algn="l">
              <a:lnSpc>
                <a:spcPct val="90000"/>
              </a:lnSpc>
              <a:spcBef>
                <a:spcPts val="518"/>
              </a:spcBef>
              <a:spcAft>
                <a:spcPts val="0"/>
              </a:spcAft>
              <a:buClr>
                <a:schemeClr val="dk1"/>
              </a:buClr>
              <a:buSzPts val="1800"/>
              <a:buChar char="•"/>
              <a:defRPr/>
            </a:lvl8pPr>
            <a:lvl9pPr marL="4114800" lvl="8" indent="-342900" algn="l">
              <a:lnSpc>
                <a:spcPct val="90000"/>
              </a:lnSpc>
              <a:spcBef>
                <a:spcPts val="518"/>
              </a:spcBef>
              <a:spcAft>
                <a:spcPts val="0"/>
              </a:spcAft>
              <a:buClr>
                <a:schemeClr val="dk1"/>
              </a:buClr>
              <a:buSzPts val="1800"/>
              <a:buChar char="•"/>
              <a:defRPr/>
            </a:lvl9pPr>
          </a:lstStyle>
          <a:p>
            <a:endParaRPr/>
          </a:p>
        </p:txBody>
      </p:sp>
      <p:sp>
        <p:nvSpPr>
          <p:cNvPr id="30" name="Google Shape;30;p37"/>
          <p:cNvSpPr txBox="1">
            <a:spLocks noGrp="1"/>
          </p:cNvSpPr>
          <p:nvPr>
            <p:ph type="body" idx="2"/>
          </p:nvPr>
        </p:nvSpPr>
        <p:spPr>
          <a:xfrm>
            <a:off x="6172203"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35"/>
              </a:spcBef>
              <a:spcAft>
                <a:spcPts val="0"/>
              </a:spcAft>
              <a:buClr>
                <a:schemeClr val="dk1"/>
              </a:buClr>
              <a:buSzPts val="1800"/>
              <a:buChar char="•"/>
              <a:defRPr/>
            </a:lvl1pPr>
            <a:lvl2pPr marL="914400" lvl="1" indent="-342900" algn="l">
              <a:lnSpc>
                <a:spcPct val="90000"/>
              </a:lnSpc>
              <a:spcBef>
                <a:spcPts val="518"/>
              </a:spcBef>
              <a:spcAft>
                <a:spcPts val="0"/>
              </a:spcAft>
              <a:buClr>
                <a:schemeClr val="dk1"/>
              </a:buClr>
              <a:buSzPts val="1800"/>
              <a:buChar char="•"/>
              <a:defRPr/>
            </a:lvl2pPr>
            <a:lvl3pPr marL="1371600" lvl="2" indent="-342900" algn="l">
              <a:lnSpc>
                <a:spcPct val="90000"/>
              </a:lnSpc>
              <a:spcBef>
                <a:spcPts val="518"/>
              </a:spcBef>
              <a:spcAft>
                <a:spcPts val="0"/>
              </a:spcAft>
              <a:buClr>
                <a:schemeClr val="dk1"/>
              </a:buClr>
              <a:buSzPts val="1800"/>
              <a:buChar char="•"/>
              <a:defRPr/>
            </a:lvl3pPr>
            <a:lvl4pPr marL="1828800" lvl="3" indent="-342900" algn="l">
              <a:lnSpc>
                <a:spcPct val="90000"/>
              </a:lnSpc>
              <a:spcBef>
                <a:spcPts val="518"/>
              </a:spcBef>
              <a:spcAft>
                <a:spcPts val="0"/>
              </a:spcAft>
              <a:buClr>
                <a:schemeClr val="dk1"/>
              </a:buClr>
              <a:buSzPts val="1800"/>
              <a:buChar char="•"/>
              <a:defRPr/>
            </a:lvl4pPr>
            <a:lvl5pPr marL="2286000" lvl="4" indent="-342900" algn="l">
              <a:lnSpc>
                <a:spcPct val="90000"/>
              </a:lnSpc>
              <a:spcBef>
                <a:spcPts val="518"/>
              </a:spcBef>
              <a:spcAft>
                <a:spcPts val="0"/>
              </a:spcAft>
              <a:buClr>
                <a:schemeClr val="dk1"/>
              </a:buClr>
              <a:buSzPts val="1800"/>
              <a:buChar char="•"/>
              <a:defRPr/>
            </a:lvl5pPr>
            <a:lvl6pPr marL="2743200" lvl="5" indent="-342900" algn="l">
              <a:lnSpc>
                <a:spcPct val="90000"/>
              </a:lnSpc>
              <a:spcBef>
                <a:spcPts val="518"/>
              </a:spcBef>
              <a:spcAft>
                <a:spcPts val="0"/>
              </a:spcAft>
              <a:buClr>
                <a:schemeClr val="dk1"/>
              </a:buClr>
              <a:buSzPts val="1800"/>
              <a:buChar char="•"/>
              <a:defRPr/>
            </a:lvl6pPr>
            <a:lvl7pPr marL="3200400" lvl="6" indent="-342900" algn="l">
              <a:lnSpc>
                <a:spcPct val="90000"/>
              </a:lnSpc>
              <a:spcBef>
                <a:spcPts val="518"/>
              </a:spcBef>
              <a:spcAft>
                <a:spcPts val="0"/>
              </a:spcAft>
              <a:buClr>
                <a:schemeClr val="dk1"/>
              </a:buClr>
              <a:buSzPts val="1800"/>
              <a:buChar char="•"/>
              <a:defRPr/>
            </a:lvl7pPr>
            <a:lvl8pPr marL="3657600" lvl="7" indent="-342900" algn="l">
              <a:lnSpc>
                <a:spcPct val="90000"/>
              </a:lnSpc>
              <a:spcBef>
                <a:spcPts val="518"/>
              </a:spcBef>
              <a:spcAft>
                <a:spcPts val="0"/>
              </a:spcAft>
              <a:buClr>
                <a:schemeClr val="dk1"/>
              </a:buClr>
              <a:buSzPts val="1800"/>
              <a:buChar char="•"/>
              <a:defRPr/>
            </a:lvl8pPr>
            <a:lvl9pPr marL="4114800" lvl="8" indent="-342900" algn="l">
              <a:lnSpc>
                <a:spcPct val="90000"/>
              </a:lnSpc>
              <a:spcBef>
                <a:spcPts val="518"/>
              </a:spcBef>
              <a:spcAft>
                <a:spcPts val="0"/>
              </a:spcAft>
              <a:buClr>
                <a:schemeClr val="dk1"/>
              </a:buClr>
              <a:buSzPts val="1800"/>
              <a:buChar char="•"/>
              <a:defRPr/>
            </a:lvl9pPr>
          </a:lstStyle>
          <a:p>
            <a:endParaRPr/>
          </a:p>
        </p:txBody>
      </p:sp>
      <p:sp>
        <p:nvSpPr>
          <p:cNvPr id="31" name="Google Shape;31;p37"/>
          <p:cNvSpPr txBox="1">
            <a:spLocks noGrp="1"/>
          </p:cNvSpPr>
          <p:nvPr>
            <p:ph type="dt" idx="10"/>
          </p:nvPr>
        </p:nvSpPr>
        <p:spPr>
          <a:xfrm>
            <a:off x="838204" y="6356361"/>
            <a:ext cx="2743201" cy="36512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37"/>
          <p:cNvSpPr txBox="1">
            <a:spLocks noGrp="1"/>
          </p:cNvSpPr>
          <p:nvPr>
            <p:ph type="ftr" idx="11"/>
          </p:nvPr>
        </p:nvSpPr>
        <p:spPr>
          <a:xfrm>
            <a:off x="4038603" y="6356361"/>
            <a:ext cx="4114800" cy="36512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37"/>
          <p:cNvSpPr txBox="1">
            <a:spLocks noGrp="1"/>
          </p:cNvSpPr>
          <p:nvPr>
            <p:ph type="sldNum" idx="12"/>
          </p:nvPr>
        </p:nvSpPr>
        <p:spPr>
          <a:xfrm>
            <a:off x="8610603" y="6356361"/>
            <a:ext cx="2743201" cy="365124"/>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42"/>
              <a:buNone/>
              <a:defRPr sz="1242" b="0" i="0" u="none" strike="noStrike" cap="none">
                <a:solidFill>
                  <a:srgbClr val="888888"/>
                </a:solidFill>
                <a:latin typeface="Calibri"/>
                <a:ea typeface="Calibri"/>
                <a:cs typeface="Calibri"/>
                <a:sym typeface="Calibri"/>
              </a:defRPr>
            </a:lvl1pPr>
            <a:lvl2pPr marL="0" lvl="1" indent="0" algn="r">
              <a:lnSpc>
                <a:spcPct val="100000"/>
              </a:lnSpc>
              <a:spcBef>
                <a:spcPts val="0"/>
              </a:spcBef>
              <a:spcAft>
                <a:spcPts val="0"/>
              </a:spcAft>
              <a:buSzPts val="1242"/>
              <a:buNone/>
              <a:defRPr sz="1242" b="0" i="0" u="none" strike="noStrike" cap="none">
                <a:solidFill>
                  <a:srgbClr val="888888"/>
                </a:solidFill>
                <a:latin typeface="Calibri"/>
                <a:ea typeface="Calibri"/>
                <a:cs typeface="Calibri"/>
                <a:sym typeface="Calibri"/>
              </a:defRPr>
            </a:lvl2pPr>
            <a:lvl3pPr marL="0" lvl="2" indent="0" algn="r">
              <a:lnSpc>
                <a:spcPct val="100000"/>
              </a:lnSpc>
              <a:spcBef>
                <a:spcPts val="0"/>
              </a:spcBef>
              <a:spcAft>
                <a:spcPts val="0"/>
              </a:spcAft>
              <a:buSzPts val="1242"/>
              <a:buNone/>
              <a:defRPr sz="1242" b="0" i="0" u="none" strike="noStrike" cap="none">
                <a:solidFill>
                  <a:srgbClr val="888888"/>
                </a:solidFill>
                <a:latin typeface="Calibri"/>
                <a:ea typeface="Calibri"/>
                <a:cs typeface="Calibri"/>
                <a:sym typeface="Calibri"/>
              </a:defRPr>
            </a:lvl3pPr>
            <a:lvl4pPr marL="0" lvl="3" indent="0" algn="r">
              <a:lnSpc>
                <a:spcPct val="100000"/>
              </a:lnSpc>
              <a:spcBef>
                <a:spcPts val="0"/>
              </a:spcBef>
              <a:spcAft>
                <a:spcPts val="0"/>
              </a:spcAft>
              <a:buSzPts val="1242"/>
              <a:buNone/>
              <a:defRPr sz="1242" b="0" i="0" u="none" strike="noStrike" cap="none">
                <a:solidFill>
                  <a:srgbClr val="888888"/>
                </a:solidFill>
                <a:latin typeface="Calibri"/>
                <a:ea typeface="Calibri"/>
                <a:cs typeface="Calibri"/>
                <a:sym typeface="Calibri"/>
              </a:defRPr>
            </a:lvl4pPr>
            <a:lvl5pPr marL="0" lvl="4" indent="0" algn="r">
              <a:lnSpc>
                <a:spcPct val="100000"/>
              </a:lnSpc>
              <a:spcBef>
                <a:spcPts val="0"/>
              </a:spcBef>
              <a:spcAft>
                <a:spcPts val="0"/>
              </a:spcAft>
              <a:buSzPts val="1242"/>
              <a:buNone/>
              <a:defRPr sz="1242" b="0" i="0" u="none" strike="noStrike" cap="none">
                <a:solidFill>
                  <a:srgbClr val="888888"/>
                </a:solidFill>
                <a:latin typeface="Calibri"/>
                <a:ea typeface="Calibri"/>
                <a:cs typeface="Calibri"/>
                <a:sym typeface="Calibri"/>
              </a:defRPr>
            </a:lvl5pPr>
            <a:lvl6pPr marL="0" lvl="5" indent="0" algn="r">
              <a:lnSpc>
                <a:spcPct val="100000"/>
              </a:lnSpc>
              <a:spcBef>
                <a:spcPts val="0"/>
              </a:spcBef>
              <a:spcAft>
                <a:spcPts val="0"/>
              </a:spcAft>
              <a:buSzPts val="1242"/>
              <a:buNone/>
              <a:defRPr sz="1242" b="0" i="0" u="none" strike="noStrike" cap="none">
                <a:solidFill>
                  <a:srgbClr val="888888"/>
                </a:solidFill>
                <a:latin typeface="Calibri"/>
                <a:ea typeface="Calibri"/>
                <a:cs typeface="Calibri"/>
                <a:sym typeface="Calibri"/>
              </a:defRPr>
            </a:lvl6pPr>
            <a:lvl7pPr marL="0" lvl="6" indent="0" algn="r">
              <a:lnSpc>
                <a:spcPct val="100000"/>
              </a:lnSpc>
              <a:spcBef>
                <a:spcPts val="0"/>
              </a:spcBef>
              <a:spcAft>
                <a:spcPts val="0"/>
              </a:spcAft>
              <a:buSzPts val="1242"/>
              <a:buNone/>
              <a:defRPr sz="1242" b="0" i="0" u="none" strike="noStrike" cap="none">
                <a:solidFill>
                  <a:srgbClr val="888888"/>
                </a:solidFill>
                <a:latin typeface="Calibri"/>
                <a:ea typeface="Calibri"/>
                <a:cs typeface="Calibri"/>
                <a:sym typeface="Calibri"/>
              </a:defRPr>
            </a:lvl7pPr>
            <a:lvl8pPr marL="0" lvl="7" indent="0" algn="r">
              <a:lnSpc>
                <a:spcPct val="100000"/>
              </a:lnSpc>
              <a:spcBef>
                <a:spcPts val="0"/>
              </a:spcBef>
              <a:spcAft>
                <a:spcPts val="0"/>
              </a:spcAft>
              <a:buSzPts val="1242"/>
              <a:buNone/>
              <a:defRPr sz="1242" b="0" i="0" u="none" strike="noStrike" cap="none">
                <a:solidFill>
                  <a:srgbClr val="888888"/>
                </a:solidFill>
                <a:latin typeface="Calibri"/>
                <a:ea typeface="Calibri"/>
                <a:cs typeface="Calibri"/>
                <a:sym typeface="Calibri"/>
              </a:defRPr>
            </a:lvl8pPr>
            <a:lvl9pPr marL="0" lvl="8" indent="0" algn="r">
              <a:lnSpc>
                <a:spcPct val="100000"/>
              </a:lnSpc>
              <a:spcBef>
                <a:spcPts val="0"/>
              </a:spcBef>
              <a:spcAft>
                <a:spcPts val="0"/>
              </a:spcAft>
              <a:buSzPts val="1242"/>
              <a:buNone/>
              <a:defRPr sz="1242"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4"/>
        <p:cNvGrpSpPr/>
        <p:nvPr/>
      </p:nvGrpSpPr>
      <p:grpSpPr>
        <a:xfrm>
          <a:off x="0" y="0"/>
          <a:ext cx="0" cy="0"/>
          <a:chOff x="0" y="0"/>
          <a:chExt cx="0" cy="0"/>
        </a:xfrm>
      </p:grpSpPr>
      <p:sp>
        <p:nvSpPr>
          <p:cNvPr id="35" name="Google Shape;35;p38"/>
          <p:cNvSpPr txBox="1">
            <a:spLocks noGrp="1"/>
          </p:cNvSpPr>
          <p:nvPr>
            <p:ph type="title"/>
          </p:nvPr>
        </p:nvSpPr>
        <p:spPr>
          <a:xfrm>
            <a:off x="839788" y="365130"/>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38"/>
          <p:cNvSpPr txBox="1">
            <a:spLocks noGrp="1"/>
          </p:cNvSpPr>
          <p:nvPr>
            <p:ph type="body" idx="1"/>
          </p:nvPr>
        </p:nvSpPr>
        <p:spPr>
          <a:xfrm>
            <a:off x="839795" y="1681163"/>
            <a:ext cx="5157787"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35"/>
              </a:spcBef>
              <a:spcAft>
                <a:spcPts val="0"/>
              </a:spcAft>
              <a:buClr>
                <a:schemeClr val="dk1"/>
              </a:buClr>
              <a:buSzPts val="2400"/>
              <a:buNone/>
              <a:defRPr sz="2484" b="1"/>
            </a:lvl1pPr>
            <a:lvl2pPr marL="914400" lvl="1" indent="-228600" algn="l">
              <a:lnSpc>
                <a:spcPct val="90000"/>
              </a:lnSpc>
              <a:spcBef>
                <a:spcPts val="518"/>
              </a:spcBef>
              <a:spcAft>
                <a:spcPts val="0"/>
              </a:spcAft>
              <a:buClr>
                <a:schemeClr val="dk1"/>
              </a:buClr>
              <a:buSzPts val="2000"/>
              <a:buNone/>
              <a:defRPr sz="2069" b="1"/>
            </a:lvl2pPr>
            <a:lvl3pPr marL="1371600" lvl="2" indent="-228600" algn="l">
              <a:lnSpc>
                <a:spcPct val="90000"/>
              </a:lnSpc>
              <a:spcBef>
                <a:spcPts val="518"/>
              </a:spcBef>
              <a:spcAft>
                <a:spcPts val="0"/>
              </a:spcAft>
              <a:buClr>
                <a:schemeClr val="dk1"/>
              </a:buClr>
              <a:buSzPts val="1800"/>
              <a:buNone/>
              <a:defRPr sz="1862" b="1"/>
            </a:lvl3pPr>
            <a:lvl4pPr marL="1828800" lvl="3" indent="-228600" algn="l">
              <a:lnSpc>
                <a:spcPct val="90000"/>
              </a:lnSpc>
              <a:spcBef>
                <a:spcPts val="518"/>
              </a:spcBef>
              <a:spcAft>
                <a:spcPts val="0"/>
              </a:spcAft>
              <a:buClr>
                <a:schemeClr val="dk1"/>
              </a:buClr>
              <a:buSzPts val="1600"/>
              <a:buNone/>
              <a:defRPr sz="1656" b="1"/>
            </a:lvl4pPr>
            <a:lvl5pPr marL="2286000" lvl="4" indent="-228600" algn="l">
              <a:lnSpc>
                <a:spcPct val="90000"/>
              </a:lnSpc>
              <a:spcBef>
                <a:spcPts val="518"/>
              </a:spcBef>
              <a:spcAft>
                <a:spcPts val="0"/>
              </a:spcAft>
              <a:buClr>
                <a:schemeClr val="dk1"/>
              </a:buClr>
              <a:buSzPts val="1600"/>
              <a:buNone/>
              <a:defRPr sz="1656" b="1"/>
            </a:lvl5pPr>
            <a:lvl6pPr marL="2743200" lvl="5" indent="-228600" algn="l">
              <a:lnSpc>
                <a:spcPct val="90000"/>
              </a:lnSpc>
              <a:spcBef>
                <a:spcPts val="518"/>
              </a:spcBef>
              <a:spcAft>
                <a:spcPts val="0"/>
              </a:spcAft>
              <a:buClr>
                <a:schemeClr val="dk1"/>
              </a:buClr>
              <a:buSzPts val="1600"/>
              <a:buNone/>
              <a:defRPr sz="1656" b="1"/>
            </a:lvl6pPr>
            <a:lvl7pPr marL="3200400" lvl="6" indent="-228600" algn="l">
              <a:lnSpc>
                <a:spcPct val="90000"/>
              </a:lnSpc>
              <a:spcBef>
                <a:spcPts val="518"/>
              </a:spcBef>
              <a:spcAft>
                <a:spcPts val="0"/>
              </a:spcAft>
              <a:buClr>
                <a:schemeClr val="dk1"/>
              </a:buClr>
              <a:buSzPts val="1600"/>
              <a:buNone/>
              <a:defRPr sz="1656" b="1"/>
            </a:lvl7pPr>
            <a:lvl8pPr marL="3657600" lvl="7" indent="-228600" algn="l">
              <a:lnSpc>
                <a:spcPct val="90000"/>
              </a:lnSpc>
              <a:spcBef>
                <a:spcPts val="518"/>
              </a:spcBef>
              <a:spcAft>
                <a:spcPts val="0"/>
              </a:spcAft>
              <a:buClr>
                <a:schemeClr val="dk1"/>
              </a:buClr>
              <a:buSzPts val="1600"/>
              <a:buNone/>
              <a:defRPr sz="1656" b="1"/>
            </a:lvl8pPr>
            <a:lvl9pPr marL="4114800" lvl="8" indent="-228600" algn="l">
              <a:lnSpc>
                <a:spcPct val="90000"/>
              </a:lnSpc>
              <a:spcBef>
                <a:spcPts val="518"/>
              </a:spcBef>
              <a:spcAft>
                <a:spcPts val="0"/>
              </a:spcAft>
              <a:buClr>
                <a:schemeClr val="dk1"/>
              </a:buClr>
              <a:buSzPts val="1600"/>
              <a:buNone/>
              <a:defRPr sz="1656" b="1"/>
            </a:lvl9pPr>
          </a:lstStyle>
          <a:p>
            <a:endParaRPr/>
          </a:p>
        </p:txBody>
      </p:sp>
      <p:sp>
        <p:nvSpPr>
          <p:cNvPr id="37" name="Google Shape;37;p38"/>
          <p:cNvSpPr txBox="1">
            <a:spLocks noGrp="1"/>
          </p:cNvSpPr>
          <p:nvPr>
            <p:ph type="body" idx="2"/>
          </p:nvPr>
        </p:nvSpPr>
        <p:spPr>
          <a:xfrm>
            <a:off x="839795" y="2505075"/>
            <a:ext cx="5157787"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35"/>
              </a:spcBef>
              <a:spcAft>
                <a:spcPts val="0"/>
              </a:spcAft>
              <a:buClr>
                <a:schemeClr val="dk1"/>
              </a:buClr>
              <a:buSzPts val="1800"/>
              <a:buChar char="•"/>
              <a:defRPr/>
            </a:lvl1pPr>
            <a:lvl2pPr marL="914400" lvl="1" indent="-342900" algn="l">
              <a:lnSpc>
                <a:spcPct val="90000"/>
              </a:lnSpc>
              <a:spcBef>
                <a:spcPts val="518"/>
              </a:spcBef>
              <a:spcAft>
                <a:spcPts val="0"/>
              </a:spcAft>
              <a:buClr>
                <a:schemeClr val="dk1"/>
              </a:buClr>
              <a:buSzPts val="1800"/>
              <a:buChar char="•"/>
              <a:defRPr/>
            </a:lvl2pPr>
            <a:lvl3pPr marL="1371600" lvl="2" indent="-342900" algn="l">
              <a:lnSpc>
                <a:spcPct val="90000"/>
              </a:lnSpc>
              <a:spcBef>
                <a:spcPts val="518"/>
              </a:spcBef>
              <a:spcAft>
                <a:spcPts val="0"/>
              </a:spcAft>
              <a:buClr>
                <a:schemeClr val="dk1"/>
              </a:buClr>
              <a:buSzPts val="1800"/>
              <a:buChar char="•"/>
              <a:defRPr/>
            </a:lvl3pPr>
            <a:lvl4pPr marL="1828800" lvl="3" indent="-342900" algn="l">
              <a:lnSpc>
                <a:spcPct val="90000"/>
              </a:lnSpc>
              <a:spcBef>
                <a:spcPts val="518"/>
              </a:spcBef>
              <a:spcAft>
                <a:spcPts val="0"/>
              </a:spcAft>
              <a:buClr>
                <a:schemeClr val="dk1"/>
              </a:buClr>
              <a:buSzPts val="1800"/>
              <a:buChar char="•"/>
              <a:defRPr/>
            </a:lvl4pPr>
            <a:lvl5pPr marL="2286000" lvl="4" indent="-342900" algn="l">
              <a:lnSpc>
                <a:spcPct val="90000"/>
              </a:lnSpc>
              <a:spcBef>
                <a:spcPts val="518"/>
              </a:spcBef>
              <a:spcAft>
                <a:spcPts val="0"/>
              </a:spcAft>
              <a:buClr>
                <a:schemeClr val="dk1"/>
              </a:buClr>
              <a:buSzPts val="1800"/>
              <a:buChar char="•"/>
              <a:defRPr/>
            </a:lvl5pPr>
            <a:lvl6pPr marL="2743200" lvl="5" indent="-342900" algn="l">
              <a:lnSpc>
                <a:spcPct val="90000"/>
              </a:lnSpc>
              <a:spcBef>
                <a:spcPts val="518"/>
              </a:spcBef>
              <a:spcAft>
                <a:spcPts val="0"/>
              </a:spcAft>
              <a:buClr>
                <a:schemeClr val="dk1"/>
              </a:buClr>
              <a:buSzPts val="1800"/>
              <a:buChar char="•"/>
              <a:defRPr/>
            </a:lvl6pPr>
            <a:lvl7pPr marL="3200400" lvl="6" indent="-342900" algn="l">
              <a:lnSpc>
                <a:spcPct val="90000"/>
              </a:lnSpc>
              <a:spcBef>
                <a:spcPts val="518"/>
              </a:spcBef>
              <a:spcAft>
                <a:spcPts val="0"/>
              </a:spcAft>
              <a:buClr>
                <a:schemeClr val="dk1"/>
              </a:buClr>
              <a:buSzPts val="1800"/>
              <a:buChar char="•"/>
              <a:defRPr/>
            </a:lvl7pPr>
            <a:lvl8pPr marL="3657600" lvl="7" indent="-342900" algn="l">
              <a:lnSpc>
                <a:spcPct val="90000"/>
              </a:lnSpc>
              <a:spcBef>
                <a:spcPts val="518"/>
              </a:spcBef>
              <a:spcAft>
                <a:spcPts val="0"/>
              </a:spcAft>
              <a:buClr>
                <a:schemeClr val="dk1"/>
              </a:buClr>
              <a:buSzPts val="1800"/>
              <a:buChar char="•"/>
              <a:defRPr/>
            </a:lvl8pPr>
            <a:lvl9pPr marL="4114800" lvl="8" indent="-342900" algn="l">
              <a:lnSpc>
                <a:spcPct val="90000"/>
              </a:lnSpc>
              <a:spcBef>
                <a:spcPts val="518"/>
              </a:spcBef>
              <a:spcAft>
                <a:spcPts val="0"/>
              </a:spcAft>
              <a:buClr>
                <a:schemeClr val="dk1"/>
              </a:buClr>
              <a:buSzPts val="1800"/>
              <a:buChar char="•"/>
              <a:defRPr/>
            </a:lvl9pPr>
          </a:lstStyle>
          <a:p>
            <a:endParaRPr/>
          </a:p>
        </p:txBody>
      </p:sp>
      <p:sp>
        <p:nvSpPr>
          <p:cNvPr id="38" name="Google Shape;38;p38"/>
          <p:cNvSpPr txBox="1">
            <a:spLocks noGrp="1"/>
          </p:cNvSpPr>
          <p:nvPr>
            <p:ph type="body" idx="3"/>
          </p:nvPr>
        </p:nvSpPr>
        <p:spPr>
          <a:xfrm>
            <a:off x="6172204" y="1681163"/>
            <a:ext cx="5183187"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35"/>
              </a:spcBef>
              <a:spcAft>
                <a:spcPts val="0"/>
              </a:spcAft>
              <a:buClr>
                <a:schemeClr val="dk1"/>
              </a:buClr>
              <a:buSzPts val="2400"/>
              <a:buNone/>
              <a:defRPr sz="2484" b="1"/>
            </a:lvl1pPr>
            <a:lvl2pPr marL="914400" lvl="1" indent="-228600" algn="l">
              <a:lnSpc>
                <a:spcPct val="90000"/>
              </a:lnSpc>
              <a:spcBef>
                <a:spcPts val="518"/>
              </a:spcBef>
              <a:spcAft>
                <a:spcPts val="0"/>
              </a:spcAft>
              <a:buClr>
                <a:schemeClr val="dk1"/>
              </a:buClr>
              <a:buSzPts val="2000"/>
              <a:buNone/>
              <a:defRPr sz="2069" b="1"/>
            </a:lvl2pPr>
            <a:lvl3pPr marL="1371600" lvl="2" indent="-228600" algn="l">
              <a:lnSpc>
                <a:spcPct val="90000"/>
              </a:lnSpc>
              <a:spcBef>
                <a:spcPts val="518"/>
              </a:spcBef>
              <a:spcAft>
                <a:spcPts val="0"/>
              </a:spcAft>
              <a:buClr>
                <a:schemeClr val="dk1"/>
              </a:buClr>
              <a:buSzPts val="1800"/>
              <a:buNone/>
              <a:defRPr sz="1862" b="1"/>
            </a:lvl3pPr>
            <a:lvl4pPr marL="1828800" lvl="3" indent="-228600" algn="l">
              <a:lnSpc>
                <a:spcPct val="90000"/>
              </a:lnSpc>
              <a:spcBef>
                <a:spcPts val="518"/>
              </a:spcBef>
              <a:spcAft>
                <a:spcPts val="0"/>
              </a:spcAft>
              <a:buClr>
                <a:schemeClr val="dk1"/>
              </a:buClr>
              <a:buSzPts val="1600"/>
              <a:buNone/>
              <a:defRPr sz="1656" b="1"/>
            </a:lvl4pPr>
            <a:lvl5pPr marL="2286000" lvl="4" indent="-228600" algn="l">
              <a:lnSpc>
                <a:spcPct val="90000"/>
              </a:lnSpc>
              <a:spcBef>
                <a:spcPts val="518"/>
              </a:spcBef>
              <a:spcAft>
                <a:spcPts val="0"/>
              </a:spcAft>
              <a:buClr>
                <a:schemeClr val="dk1"/>
              </a:buClr>
              <a:buSzPts val="1600"/>
              <a:buNone/>
              <a:defRPr sz="1656" b="1"/>
            </a:lvl5pPr>
            <a:lvl6pPr marL="2743200" lvl="5" indent="-228600" algn="l">
              <a:lnSpc>
                <a:spcPct val="90000"/>
              </a:lnSpc>
              <a:spcBef>
                <a:spcPts val="518"/>
              </a:spcBef>
              <a:spcAft>
                <a:spcPts val="0"/>
              </a:spcAft>
              <a:buClr>
                <a:schemeClr val="dk1"/>
              </a:buClr>
              <a:buSzPts val="1600"/>
              <a:buNone/>
              <a:defRPr sz="1656" b="1"/>
            </a:lvl6pPr>
            <a:lvl7pPr marL="3200400" lvl="6" indent="-228600" algn="l">
              <a:lnSpc>
                <a:spcPct val="90000"/>
              </a:lnSpc>
              <a:spcBef>
                <a:spcPts val="518"/>
              </a:spcBef>
              <a:spcAft>
                <a:spcPts val="0"/>
              </a:spcAft>
              <a:buClr>
                <a:schemeClr val="dk1"/>
              </a:buClr>
              <a:buSzPts val="1600"/>
              <a:buNone/>
              <a:defRPr sz="1656" b="1"/>
            </a:lvl7pPr>
            <a:lvl8pPr marL="3657600" lvl="7" indent="-228600" algn="l">
              <a:lnSpc>
                <a:spcPct val="90000"/>
              </a:lnSpc>
              <a:spcBef>
                <a:spcPts val="518"/>
              </a:spcBef>
              <a:spcAft>
                <a:spcPts val="0"/>
              </a:spcAft>
              <a:buClr>
                <a:schemeClr val="dk1"/>
              </a:buClr>
              <a:buSzPts val="1600"/>
              <a:buNone/>
              <a:defRPr sz="1656" b="1"/>
            </a:lvl8pPr>
            <a:lvl9pPr marL="4114800" lvl="8" indent="-228600" algn="l">
              <a:lnSpc>
                <a:spcPct val="90000"/>
              </a:lnSpc>
              <a:spcBef>
                <a:spcPts val="518"/>
              </a:spcBef>
              <a:spcAft>
                <a:spcPts val="0"/>
              </a:spcAft>
              <a:buClr>
                <a:schemeClr val="dk1"/>
              </a:buClr>
              <a:buSzPts val="1600"/>
              <a:buNone/>
              <a:defRPr sz="1656" b="1"/>
            </a:lvl9pPr>
          </a:lstStyle>
          <a:p>
            <a:endParaRPr/>
          </a:p>
        </p:txBody>
      </p:sp>
      <p:sp>
        <p:nvSpPr>
          <p:cNvPr id="39" name="Google Shape;39;p38"/>
          <p:cNvSpPr txBox="1">
            <a:spLocks noGrp="1"/>
          </p:cNvSpPr>
          <p:nvPr>
            <p:ph type="body" idx="4"/>
          </p:nvPr>
        </p:nvSpPr>
        <p:spPr>
          <a:xfrm>
            <a:off x="6172204" y="2505075"/>
            <a:ext cx="5183187"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35"/>
              </a:spcBef>
              <a:spcAft>
                <a:spcPts val="0"/>
              </a:spcAft>
              <a:buClr>
                <a:schemeClr val="dk1"/>
              </a:buClr>
              <a:buSzPts val="1800"/>
              <a:buChar char="•"/>
              <a:defRPr/>
            </a:lvl1pPr>
            <a:lvl2pPr marL="914400" lvl="1" indent="-342900" algn="l">
              <a:lnSpc>
                <a:spcPct val="90000"/>
              </a:lnSpc>
              <a:spcBef>
                <a:spcPts val="518"/>
              </a:spcBef>
              <a:spcAft>
                <a:spcPts val="0"/>
              </a:spcAft>
              <a:buClr>
                <a:schemeClr val="dk1"/>
              </a:buClr>
              <a:buSzPts val="1800"/>
              <a:buChar char="•"/>
              <a:defRPr/>
            </a:lvl2pPr>
            <a:lvl3pPr marL="1371600" lvl="2" indent="-342900" algn="l">
              <a:lnSpc>
                <a:spcPct val="90000"/>
              </a:lnSpc>
              <a:spcBef>
                <a:spcPts val="518"/>
              </a:spcBef>
              <a:spcAft>
                <a:spcPts val="0"/>
              </a:spcAft>
              <a:buClr>
                <a:schemeClr val="dk1"/>
              </a:buClr>
              <a:buSzPts val="1800"/>
              <a:buChar char="•"/>
              <a:defRPr/>
            </a:lvl3pPr>
            <a:lvl4pPr marL="1828800" lvl="3" indent="-342900" algn="l">
              <a:lnSpc>
                <a:spcPct val="90000"/>
              </a:lnSpc>
              <a:spcBef>
                <a:spcPts val="518"/>
              </a:spcBef>
              <a:spcAft>
                <a:spcPts val="0"/>
              </a:spcAft>
              <a:buClr>
                <a:schemeClr val="dk1"/>
              </a:buClr>
              <a:buSzPts val="1800"/>
              <a:buChar char="•"/>
              <a:defRPr/>
            </a:lvl4pPr>
            <a:lvl5pPr marL="2286000" lvl="4" indent="-342900" algn="l">
              <a:lnSpc>
                <a:spcPct val="90000"/>
              </a:lnSpc>
              <a:spcBef>
                <a:spcPts val="518"/>
              </a:spcBef>
              <a:spcAft>
                <a:spcPts val="0"/>
              </a:spcAft>
              <a:buClr>
                <a:schemeClr val="dk1"/>
              </a:buClr>
              <a:buSzPts val="1800"/>
              <a:buChar char="•"/>
              <a:defRPr/>
            </a:lvl5pPr>
            <a:lvl6pPr marL="2743200" lvl="5" indent="-342900" algn="l">
              <a:lnSpc>
                <a:spcPct val="90000"/>
              </a:lnSpc>
              <a:spcBef>
                <a:spcPts val="518"/>
              </a:spcBef>
              <a:spcAft>
                <a:spcPts val="0"/>
              </a:spcAft>
              <a:buClr>
                <a:schemeClr val="dk1"/>
              </a:buClr>
              <a:buSzPts val="1800"/>
              <a:buChar char="•"/>
              <a:defRPr/>
            </a:lvl6pPr>
            <a:lvl7pPr marL="3200400" lvl="6" indent="-342900" algn="l">
              <a:lnSpc>
                <a:spcPct val="90000"/>
              </a:lnSpc>
              <a:spcBef>
                <a:spcPts val="518"/>
              </a:spcBef>
              <a:spcAft>
                <a:spcPts val="0"/>
              </a:spcAft>
              <a:buClr>
                <a:schemeClr val="dk1"/>
              </a:buClr>
              <a:buSzPts val="1800"/>
              <a:buChar char="•"/>
              <a:defRPr/>
            </a:lvl7pPr>
            <a:lvl8pPr marL="3657600" lvl="7" indent="-342900" algn="l">
              <a:lnSpc>
                <a:spcPct val="90000"/>
              </a:lnSpc>
              <a:spcBef>
                <a:spcPts val="518"/>
              </a:spcBef>
              <a:spcAft>
                <a:spcPts val="0"/>
              </a:spcAft>
              <a:buClr>
                <a:schemeClr val="dk1"/>
              </a:buClr>
              <a:buSzPts val="1800"/>
              <a:buChar char="•"/>
              <a:defRPr/>
            </a:lvl8pPr>
            <a:lvl9pPr marL="4114800" lvl="8" indent="-342900" algn="l">
              <a:lnSpc>
                <a:spcPct val="90000"/>
              </a:lnSpc>
              <a:spcBef>
                <a:spcPts val="518"/>
              </a:spcBef>
              <a:spcAft>
                <a:spcPts val="0"/>
              </a:spcAft>
              <a:buClr>
                <a:schemeClr val="dk1"/>
              </a:buClr>
              <a:buSzPts val="1800"/>
              <a:buChar char="•"/>
              <a:defRPr/>
            </a:lvl9pPr>
          </a:lstStyle>
          <a:p>
            <a:endParaRPr/>
          </a:p>
        </p:txBody>
      </p:sp>
      <p:sp>
        <p:nvSpPr>
          <p:cNvPr id="40" name="Google Shape;40;p38"/>
          <p:cNvSpPr txBox="1">
            <a:spLocks noGrp="1"/>
          </p:cNvSpPr>
          <p:nvPr>
            <p:ph type="dt" idx="10"/>
          </p:nvPr>
        </p:nvSpPr>
        <p:spPr>
          <a:xfrm>
            <a:off x="838204" y="6356361"/>
            <a:ext cx="2743201" cy="36512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38"/>
          <p:cNvSpPr txBox="1">
            <a:spLocks noGrp="1"/>
          </p:cNvSpPr>
          <p:nvPr>
            <p:ph type="ftr" idx="11"/>
          </p:nvPr>
        </p:nvSpPr>
        <p:spPr>
          <a:xfrm>
            <a:off x="4038603" y="6356361"/>
            <a:ext cx="4114800" cy="36512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38"/>
          <p:cNvSpPr txBox="1">
            <a:spLocks noGrp="1"/>
          </p:cNvSpPr>
          <p:nvPr>
            <p:ph type="sldNum" idx="12"/>
          </p:nvPr>
        </p:nvSpPr>
        <p:spPr>
          <a:xfrm>
            <a:off x="8610603" y="6356361"/>
            <a:ext cx="2743201" cy="365124"/>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42"/>
              <a:buNone/>
              <a:defRPr sz="1242" b="0" i="0" u="none" strike="noStrike" cap="none">
                <a:solidFill>
                  <a:srgbClr val="888888"/>
                </a:solidFill>
                <a:latin typeface="Calibri"/>
                <a:ea typeface="Calibri"/>
                <a:cs typeface="Calibri"/>
                <a:sym typeface="Calibri"/>
              </a:defRPr>
            </a:lvl1pPr>
            <a:lvl2pPr marL="0" lvl="1" indent="0" algn="r">
              <a:lnSpc>
                <a:spcPct val="100000"/>
              </a:lnSpc>
              <a:spcBef>
                <a:spcPts val="0"/>
              </a:spcBef>
              <a:spcAft>
                <a:spcPts val="0"/>
              </a:spcAft>
              <a:buSzPts val="1242"/>
              <a:buNone/>
              <a:defRPr sz="1242" b="0" i="0" u="none" strike="noStrike" cap="none">
                <a:solidFill>
                  <a:srgbClr val="888888"/>
                </a:solidFill>
                <a:latin typeface="Calibri"/>
                <a:ea typeface="Calibri"/>
                <a:cs typeface="Calibri"/>
                <a:sym typeface="Calibri"/>
              </a:defRPr>
            </a:lvl2pPr>
            <a:lvl3pPr marL="0" lvl="2" indent="0" algn="r">
              <a:lnSpc>
                <a:spcPct val="100000"/>
              </a:lnSpc>
              <a:spcBef>
                <a:spcPts val="0"/>
              </a:spcBef>
              <a:spcAft>
                <a:spcPts val="0"/>
              </a:spcAft>
              <a:buSzPts val="1242"/>
              <a:buNone/>
              <a:defRPr sz="1242" b="0" i="0" u="none" strike="noStrike" cap="none">
                <a:solidFill>
                  <a:srgbClr val="888888"/>
                </a:solidFill>
                <a:latin typeface="Calibri"/>
                <a:ea typeface="Calibri"/>
                <a:cs typeface="Calibri"/>
                <a:sym typeface="Calibri"/>
              </a:defRPr>
            </a:lvl3pPr>
            <a:lvl4pPr marL="0" lvl="3" indent="0" algn="r">
              <a:lnSpc>
                <a:spcPct val="100000"/>
              </a:lnSpc>
              <a:spcBef>
                <a:spcPts val="0"/>
              </a:spcBef>
              <a:spcAft>
                <a:spcPts val="0"/>
              </a:spcAft>
              <a:buSzPts val="1242"/>
              <a:buNone/>
              <a:defRPr sz="1242" b="0" i="0" u="none" strike="noStrike" cap="none">
                <a:solidFill>
                  <a:srgbClr val="888888"/>
                </a:solidFill>
                <a:latin typeface="Calibri"/>
                <a:ea typeface="Calibri"/>
                <a:cs typeface="Calibri"/>
                <a:sym typeface="Calibri"/>
              </a:defRPr>
            </a:lvl4pPr>
            <a:lvl5pPr marL="0" lvl="4" indent="0" algn="r">
              <a:lnSpc>
                <a:spcPct val="100000"/>
              </a:lnSpc>
              <a:spcBef>
                <a:spcPts val="0"/>
              </a:spcBef>
              <a:spcAft>
                <a:spcPts val="0"/>
              </a:spcAft>
              <a:buSzPts val="1242"/>
              <a:buNone/>
              <a:defRPr sz="1242" b="0" i="0" u="none" strike="noStrike" cap="none">
                <a:solidFill>
                  <a:srgbClr val="888888"/>
                </a:solidFill>
                <a:latin typeface="Calibri"/>
                <a:ea typeface="Calibri"/>
                <a:cs typeface="Calibri"/>
                <a:sym typeface="Calibri"/>
              </a:defRPr>
            </a:lvl5pPr>
            <a:lvl6pPr marL="0" lvl="5" indent="0" algn="r">
              <a:lnSpc>
                <a:spcPct val="100000"/>
              </a:lnSpc>
              <a:spcBef>
                <a:spcPts val="0"/>
              </a:spcBef>
              <a:spcAft>
                <a:spcPts val="0"/>
              </a:spcAft>
              <a:buSzPts val="1242"/>
              <a:buNone/>
              <a:defRPr sz="1242" b="0" i="0" u="none" strike="noStrike" cap="none">
                <a:solidFill>
                  <a:srgbClr val="888888"/>
                </a:solidFill>
                <a:latin typeface="Calibri"/>
                <a:ea typeface="Calibri"/>
                <a:cs typeface="Calibri"/>
                <a:sym typeface="Calibri"/>
              </a:defRPr>
            </a:lvl6pPr>
            <a:lvl7pPr marL="0" lvl="6" indent="0" algn="r">
              <a:lnSpc>
                <a:spcPct val="100000"/>
              </a:lnSpc>
              <a:spcBef>
                <a:spcPts val="0"/>
              </a:spcBef>
              <a:spcAft>
                <a:spcPts val="0"/>
              </a:spcAft>
              <a:buSzPts val="1242"/>
              <a:buNone/>
              <a:defRPr sz="1242" b="0" i="0" u="none" strike="noStrike" cap="none">
                <a:solidFill>
                  <a:srgbClr val="888888"/>
                </a:solidFill>
                <a:latin typeface="Calibri"/>
                <a:ea typeface="Calibri"/>
                <a:cs typeface="Calibri"/>
                <a:sym typeface="Calibri"/>
              </a:defRPr>
            </a:lvl7pPr>
            <a:lvl8pPr marL="0" lvl="7" indent="0" algn="r">
              <a:lnSpc>
                <a:spcPct val="100000"/>
              </a:lnSpc>
              <a:spcBef>
                <a:spcPts val="0"/>
              </a:spcBef>
              <a:spcAft>
                <a:spcPts val="0"/>
              </a:spcAft>
              <a:buSzPts val="1242"/>
              <a:buNone/>
              <a:defRPr sz="1242" b="0" i="0" u="none" strike="noStrike" cap="none">
                <a:solidFill>
                  <a:srgbClr val="888888"/>
                </a:solidFill>
                <a:latin typeface="Calibri"/>
                <a:ea typeface="Calibri"/>
                <a:cs typeface="Calibri"/>
                <a:sym typeface="Calibri"/>
              </a:defRPr>
            </a:lvl8pPr>
            <a:lvl9pPr marL="0" lvl="8" indent="0" algn="r">
              <a:lnSpc>
                <a:spcPct val="100000"/>
              </a:lnSpc>
              <a:spcBef>
                <a:spcPts val="0"/>
              </a:spcBef>
              <a:spcAft>
                <a:spcPts val="0"/>
              </a:spcAft>
              <a:buSzPts val="1242"/>
              <a:buNone/>
              <a:defRPr sz="1242"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3"/>
        <p:cNvGrpSpPr/>
        <p:nvPr/>
      </p:nvGrpSpPr>
      <p:grpSpPr>
        <a:xfrm>
          <a:off x="0" y="0"/>
          <a:ext cx="0" cy="0"/>
          <a:chOff x="0" y="0"/>
          <a:chExt cx="0" cy="0"/>
        </a:xfrm>
      </p:grpSpPr>
      <p:sp>
        <p:nvSpPr>
          <p:cNvPr id="44" name="Google Shape;44;p39"/>
          <p:cNvSpPr txBox="1">
            <a:spLocks noGrp="1"/>
          </p:cNvSpPr>
          <p:nvPr>
            <p:ph type="title"/>
          </p:nvPr>
        </p:nvSpPr>
        <p:spPr>
          <a:xfrm>
            <a:off x="838201" y="365130"/>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39"/>
          <p:cNvSpPr txBox="1">
            <a:spLocks noGrp="1"/>
          </p:cNvSpPr>
          <p:nvPr>
            <p:ph type="dt" idx="10"/>
          </p:nvPr>
        </p:nvSpPr>
        <p:spPr>
          <a:xfrm>
            <a:off x="838204" y="6356361"/>
            <a:ext cx="2743201" cy="36512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39"/>
          <p:cNvSpPr txBox="1">
            <a:spLocks noGrp="1"/>
          </p:cNvSpPr>
          <p:nvPr>
            <p:ph type="ftr" idx="11"/>
          </p:nvPr>
        </p:nvSpPr>
        <p:spPr>
          <a:xfrm>
            <a:off x="4038603" y="6356361"/>
            <a:ext cx="4114800" cy="36512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39"/>
          <p:cNvSpPr txBox="1">
            <a:spLocks noGrp="1"/>
          </p:cNvSpPr>
          <p:nvPr>
            <p:ph type="sldNum" idx="12"/>
          </p:nvPr>
        </p:nvSpPr>
        <p:spPr>
          <a:xfrm>
            <a:off x="8610603" y="6356361"/>
            <a:ext cx="2743201" cy="365124"/>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42"/>
              <a:buNone/>
              <a:defRPr sz="1242" b="0" i="0" u="none" strike="noStrike" cap="none">
                <a:solidFill>
                  <a:srgbClr val="888888"/>
                </a:solidFill>
                <a:latin typeface="Calibri"/>
                <a:ea typeface="Calibri"/>
                <a:cs typeface="Calibri"/>
                <a:sym typeface="Calibri"/>
              </a:defRPr>
            </a:lvl1pPr>
            <a:lvl2pPr marL="0" lvl="1" indent="0" algn="r">
              <a:lnSpc>
                <a:spcPct val="100000"/>
              </a:lnSpc>
              <a:spcBef>
                <a:spcPts val="0"/>
              </a:spcBef>
              <a:spcAft>
                <a:spcPts val="0"/>
              </a:spcAft>
              <a:buSzPts val="1242"/>
              <a:buNone/>
              <a:defRPr sz="1242" b="0" i="0" u="none" strike="noStrike" cap="none">
                <a:solidFill>
                  <a:srgbClr val="888888"/>
                </a:solidFill>
                <a:latin typeface="Calibri"/>
                <a:ea typeface="Calibri"/>
                <a:cs typeface="Calibri"/>
                <a:sym typeface="Calibri"/>
              </a:defRPr>
            </a:lvl2pPr>
            <a:lvl3pPr marL="0" lvl="2" indent="0" algn="r">
              <a:lnSpc>
                <a:spcPct val="100000"/>
              </a:lnSpc>
              <a:spcBef>
                <a:spcPts val="0"/>
              </a:spcBef>
              <a:spcAft>
                <a:spcPts val="0"/>
              </a:spcAft>
              <a:buSzPts val="1242"/>
              <a:buNone/>
              <a:defRPr sz="1242" b="0" i="0" u="none" strike="noStrike" cap="none">
                <a:solidFill>
                  <a:srgbClr val="888888"/>
                </a:solidFill>
                <a:latin typeface="Calibri"/>
                <a:ea typeface="Calibri"/>
                <a:cs typeface="Calibri"/>
                <a:sym typeface="Calibri"/>
              </a:defRPr>
            </a:lvl3pPr>
            <a:lvl4pPr marL="0" lvl="3" indent="0" algn="r">
              <a:lnSpc>
                <a:spcPct val="100000"/>
              </a:lnSpc>
              <a:spcBef>
                <a:spcPts val="0"/>
              </a:spcBef>
              <a:spcAft>
                <a:spcPts val="0"/>
              </a:spcAft>
              <a:buSzPts val="1242"/>
              <a:buNone/>
              <a:defRPr sz="1242" b="0" i="0" u="none" strike="noStrike" cap="none">
                <a:solidFill>
                  <a:srgbClr val="888888"/>
                </a:solidFill>
                <a:latin typeface="Calibri"/>
                <a:ea typeface="Calibri"/>
                <a:cs typeface="Calibri"/>
                <a:sym typeface="Calibri"/>
              </a:defRPr>
            </a:lvl4pPr>
            <a:lvl5pPr marL="0" lvl="4" indent="0" algn="r">
              <a:lnSpc>
                <a:spcPct val="100000"/>
              </a:lnSpc>
              <a:spcBef>
                <a:spcPts val="0"/>
              </a:spcBef>
              <a:spcAft>
                <a:spcPts val="0"/>
              </a:spcAft>
              <a:buSzPts val="1242"/>
              <a:buNone/>
              <a:defRPr sz="1242" b="0" i="0" u="none" strike="noStrike" cap="none">
                <a:solidFill>
                  <a:srgbClr val="888888"/>
                </a:solidFill>
                <a:latin typeface="Calibri"/>
                <a:ea typeface="Calibri"/>
                <a:cs typeface="Calibri"/>
                <a:sym typeface="Calibri"/>
              </a:defRPr>
            </a:lvl5pPr>
            <a:lvl6pPr marL="0" lvl="5" indent="0" algn="r">
              <a:lnSpc>
                <a:spcPct val="100000"/>
              </a:lnSpc>
              <a:spcBef>
                <a:spcPts val="0"/>
              </a:spcBef>
              <a:spcAft>
                <a:spcPts val="0"/>
              </a:spcAft>
              <a:buSzPts val="1242"/>
              <a:buNone/>
              <a:defRPr sz="1242" b="0" i="0" u="none" strike="noStrike" cap="none">
                <a:solidFill>
                  <a:srgbClr val="888888"/>
                </a:solidFill>
                <a:latin typeface="Calibri"/>
                <a:ea typeface="Calibri"/>
                <a:cs typeface="Calibri"/>
                <a:sym typeface="Calibri"/>
              </a:defRPr>
            </a:lvl6pPr>
            <a:lvl7pPr marL="0" lvl="6" indent="0" algn="r">
              <a:lnSpc>
                <a:spcPct val="100000"/>
              </a:lnSpc>
              <a:spcBef>
                <a:spcPts val="0"/>
              </a:spcBef>
              <a:spcAft>
                <a:spcPts val="0"/>
              </a:spcAft>
              <a:buSzPts val="1242"/>
              <a:buNone/>
              <a:defRPr sz="1242" b="0" i="0" u="none" strike="noStrike" cap="none">
                <a:solidFill>
                  <a:srgbClr val="888888"/>
                </a:solidFill>
                <a:latin typeface="Calibri"/>
                <a:ea typeface="Calibri"/>
                <a:cs typeface="Calibri"/>
                <a:sym typeface="Calibri"/>
              </a:defRPr>
            </a:lvl7pPr>
            <a:lvl8pPr marL="0" lvl="7" indent="0" algn="r">
              <a:lnSpc>
                <a:spcPct val="100000"/>
              </a:lnSpc>
              <a:spcBef>
                <a:spcPts val="0"/>
              </a:spcBef>
              <a:spcAft>
                <a:spcPts val="0"/>
              </a:spcAft>
              <a:buSzPts val="1242"/>
              <a:buNone/>
              <a:defRPr sz="1242" b="0" i="0" u="none" strike="noStrike" cap="none">
                <a:solidFill>
                  <a:srgbClr val="888888"/>
                </a:solidFill>
                <a:latin typeface="Calibri"/>
                <a:ea typeface="Calibri"/>
                <a:cs typeface="Calibri"/>
                <a:sym typeface="Calibri"/>
              </a:defRPr>
            </a:lvl8pPr>
            <a:lvl9pPr marL="0" lvl="8" indent="0" algn="r">
              <a:lnSpc>
                <a:spcPct val="100000"/>
              </a:lnSpc>
              <a:spcBef>
                <a:spcPts val="0"/>
              </a:spcBef>
              <a:spcAft>
                <a:spcPts val="0"/>
              </a:spcAft>
              <a:buSzPts val="1242"/>
              <a:buNone/>
              <a:defRPr sz="1242"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8"/>
        <p:cNvGrpSpPr/>
        <p:nvPr/>
      </p:nvGrpSpPr>
      <p:grpSpPr>
        <a:xfrm>
          <a:off x="0" y="0"/>
          <a:ext cx="0" cy="0"/>
          <a:chOff x="0" y="0"/>
          <a:chExt cx="0" cy="0"/>
        </a:xfrm>
      </p:grpSpPr>
      <p:sp>
        <p:nvSpPr>
          <p:cNvPr id="49" name="Google Shape;49;p40"/>
          <p:cNvSpPr txBox="1">
            <a:spLocks noGrp="1"/>
          </p:cNvSpPr>
          <p:nvPr>
            <p:ph type="title"/>
          </p:nvPr>
        </p:nvSpPr>
        <p:spPr>
          <a:xfrm>
            <a:off x="839796"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3200"/>
              <a:buFont typeface="Calibri"/>
              <a:buNone/>
              <a:defRPr sz="3313"/>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40"/>
          <p:cNvSpPr txBox="1">
            <a:spLocks noGrp="1"/>
          </p:cNvSpPr>
          <p:nvPr>
            <p:ph type="body" idx="1"/>
          </p:nvPr>
        </p:nvSpPr>
        <p:spPr>
          <a:xfrm>
            <a:off x="5183191" y="987428"/>
            <a:ext cx="6172200" cy="4873625"/>
          </a:xfrm>
          <a:prstGeom prst="rect">
            <a:avLst/>
          </a:prstGeom>
          <a:noFill/>
          <a:ln>
            <a:noFill/>
          </a:ln>
        </p:spPr>
        <p:txBody>
          <a:bodyPr spcFirstLastPara="1" wrap="square" lIns="91425" tIns="45700" rIns="91425" bIns="45700" anchor="t" anchorCtr="0">
            <a:noAutofit/>
          </a:bodyPr>
          <a:lstStyle>
            <a:lvl1pPr marL="457200" lvl="0" indent="-431800" algn="l">
              <a:lnSpc>
                <a:spcPct val="90000"/>
              </a:lnSpc>
              <a:spcBef>
                <a:spcPts val="1035"/>
              </a:spcBef>
              <a:spcAft>
                <a:spcPts val="0"/>
              </a:spcAft>
              <a:buClr>
                <a:schemeClr val="dk1"/>
              </a:buClr>
              <a:buSzPts val="3200"/>
              <a:buChar char="•"/>
              <a:defRPr sz="3313"/>
            </a:lvl1pPr>
            <a:lvl2pPr marL="914400" lvl="1" indent="-406400" algn="l">
              <a:lnSpc>
                <a:spcPct val="90000"/>
              </a:lnSpc>
              <a:spcBef>
                <a:spcPts val="518"/>
              </a:spcBef>
              <a:spcAft>
                <a:spcPts val="0"/>
              </a:spcAft>
              <a:buClr>
                <a:schemeClr val="dk1"/>
              </a:buClr>
              <a:buSzPts val="2800"/>
              <a:buChar char="•"/>
              <a:defRPr sz="2898"/>
            </a:lvl2pPr>
            <a:lvl3pPr marL="1371600" lvl="2" indent="-381000" algn="l">
              <a:lnSpc>
                <a:spcPct val="90000"/>
              </a:lnSpc>
              <a:spcBef>
                <a:spcPts val="518"/>
              </a:spcBef>
              <a:spcAft>
                <a:spcPts val="0"/>
              </a:spcAft>
              <a:buClr>
                <a:schemeClr val="dk1"/>
              </a:buClr>
              <a:buSzPts val="2400"/>
              <a:buChar char="•"/>
              <a:defRPr sz="2484"/>
            </a:lvl3pPr>
            <a:lvl4pPr marL="1828800" lvl="3" indent="-355600" algn="l">
              <a:lnSpc>
                <a:spcPct val="90000"/>
              </a:lnSpc>
              <a:spcBef>
                <a:spcPts val="518"/>
              </a:spcBef>
              <a:spcAft>
                <a:spcPts val="0"/>
              </a:spcAft>
              <a:buClr>
                <a:schemeClr val="dk1"/>
              </a:buClr>
              <a:buSzPts val="2000"/>
              <a:buChar char="•"/>
              <a:defRPr sz="2069"/>
            </a:lvl4pPr>
            <a:lvl5pPr marL="2286000" lvl="4" indent="-355600" algn="l">
              <a:lnSpc>
                <a:spcPct val="90000"/>
              </a:lnSpc>
              <a:spcBef>
                <a:spcPts val="518"/>
              </a:spcBef>
              <a:spcAft>
                <a:spcPts val="0"/>
              </a:spcAft>
              <a:buClr>
                <a:schemeClr val="dk1"/>
              </a:buClr>
              <a:buSzPts val="2000"/>
              <a:buChar char="•"/>
              <a:defRPr sz="2069"/>
            </a:lvl5pPr>
            <a:lvl6pPr marL="2743200" lvl="5" indent="-355600" algn="l">
              <a:lnSpc>
                <a:spcPct val="90000"/>
              </a:lnSpc>
              <a:spcBef>
                <a:spcPts val="518"/>
              </a:spcBef>
              <a:spcAft>
                <a:spcPts val="0"/>
              </a:spcAft>
              <a:buClr>
                <a:schemeClr val="dk1"/>
              </a:buClr>
              <a:buSzPts val="2000"/>
              <a:buChar char="•"/>
              <a:defRPr sz="2069"/>
            </a:lvl6pPr>
            <a:lvl7pPr marL="3200400" lvl="6" indent="-355600" algn="l">
              <a:lnSpc>
                <a:spcPct val="90000"/>
              </a:lnSpc>
              <a:spcBef>
                <a:spcPts val="518"/>
              </a:spcBef>
              <a:spcAft>
                <a:spcPts val="0"/>
              </a:spcAft>
              <a:buClr>
                <a:schemeClr val="dk1"/>
              </a:buClr>
              <a:buSzPts val="2000"/>
              <a:buChar char="•"/>
              <a:defRPr sz="2069"/>
            </a:lvl7pPr>
            <a:lvl8pPr marL="3657600" lvl="7" indent="-355600" algn="l">
              <a:lnSpc>
                <a:spcPct val="90000"/>
              </a:lnSpc>
              <a:spcBef>
                <a:spcPts val="518"/>
              </a:spcBef>
              <a:spcAft>
                <a:spcPts val="0"/>
              </a:spcAft>
              <a:buClr>
                <a:schemeClr val="dk1"/>
              </a:buClr>
              <a:buSzPts val="2000"/>
              <a:buChar char="•"/>
              <a:defRPr sz="2069"/>
            </a:lvl8pPr>
            <a:lvl9pPr marL="4114800" lvl="8" indent="-355600" algn="l">
              <a:lnSpc>
                <a:spcPct val="90000"/>
              </a:lnSpc>
              <a:spcBef>
                <a:spcPts val="518"/>
              </a:spcBef>
              <a:spcAft>
                <a:spcPts val="0"/>
              </a:spcAft>
              <a:buClr>
                <a:schemeClr val="dk1"/>
              </a:buClr>
              <a:buSzPts val="2000"/>
              <a:buChar char="•"/>
              <a:defRPr sz="2069"/>
            </a:lvl9pPr>
          </a:lstStyle>
          <a:p>
            <a:endParaRPr/>
          </a:p>
        </p:txBody>
      </p:sp>
      <p:sp>
        <p:nvSpPr>
          <p:cNvPr id="51" name="Google Shape;51;p40"/>
          <p:cNvSpPr txBox="1">
            <a:spLocks noGrp="1"/>
          </p:cNvSpPr>
          <p:nvPr>
            <p:ph type="body" idx="2"/>
          </p:nvPr>
        </p:nvSpPr>
        <p:spPr>
          <a:xfrm>
            <a:off x="839796"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35"/>
              </a:spcBef>
              <a:spcAft>
                <a:spcPts val="0"/>
              </a:spcAft>
              <a:buClr>
                <a:schemeClr val="dk1"/>
              </a:buClr>
              <a:buSzPts val="1600"/>
              <a:buNone/>
              <a:defRPr sz="1656"/>
            </a:lvl1pPr>
            <a:lvl2pPr marL="914400" lvl="1" indent="-228600" algn="l">
              <a:lnSpc>
                <a:spcPct val="90000"/>
              </a:lnSpc>
              <a:spcBef>
                <a:spcPts val="518"/>
              </a:spcBef>
              <a:spcAft>
                <a:spcPts val="0"/>
              </a:spcAft>
              <a:buClr>
                <a:schemeClr val="dk1"/>
              </a:buClr>
              <a:buSzPts val="1400"/>
              <a:buNone/>
              <a:defRPr sz="1448"/>
            </a:lvl2pPr>
            <a:lvl3pPr marL="1371600" lvl="2" indent="-228600" algn="l">
              <a:lnSpc>
                <a:spcPct val="90000"/>
              </a:lnSpc>
              <a:spcBef>
                <a:spcPts val="518"/>
              </a:spcBef>
              <a:spcAft>
                <a:spcPts val="0"/>
              </a:spcAft>
              <a:buClr>
                <a:schemeClr val="dk1"/>
              </a:buClr>
              <a:buSzPts val="1200"/>
              <a:buNone/>
              <a:defRPr sz="1242"/>
            </a:lvl3pPr>
            <a:lvl4pPr marL="1828800" lvl="3" indent="-228600" algn="l">
              <a:lnSpc>
                <a:spcPct val="90000"/>
              </a:lnSpc>
              <a:spcBef>
                <a:spcPts val="518"/>
              </a:spcBef>
              <a:spcAft>
                <a:spcPts val="0"/>
              </a:spcAft>
              <a:buClr>
                <a:schemeClr val="dk1"/>
              </a:buClr>
              <a:buSzPts val="1000"/>
              <a:buNone/>
              <a:defRPr sz="1035"/>
            </a:lvl4pPr>
            <a:lvl5pPr marL="2286000" lvl="4" indent="-228600" algn="l">
              <a:lnSpc>
                <a:spcPct val="90000"/>
              </a:lnSpc>
              <a:spcBef>
                <a:spcPts val="518"/>
              </a:spcBef>
              <a:spcAft>
                <a:spcPts val="0"/>
              </a:spcAft>
              <a:buClr>
                <a:schemeClr val="dk1"/>
              </a:buClr>
              <a:buSzPts val="1000"/>
              <a:buNone/>
              <a:defRPr sz="1035"/>
            </a:lvl5pPr>
            <a:lvl6pPr marL="2743200" lvl="5" indent="-228600" algn="l">
              <a:lnSpc>
                <a:spcPct val="90000"/>
              </a:lnSpc>
              <a:spcBef>
                <a:spcPts val="518"/>
              </a:spcBef>
              <a:spcAft>
                <a:spcPts val="0"/>
              </a:spcAft>
              <a:buClr>
                <a:schemeClr val="dk1"/>
              </a:buClr>
              <a:buSzPts val="1000"/>
              <a:buNone/>
              <a:defRPr sz="1035"/>
            </a:lvl6pPr>
            <a:lvl7pPr marL="3200400" lvl="6" indent="-228600" algn="l">
              <a:lnSpc>
                <a:spcPct val="90000"/>
              </a:lnSpc>
              <a:spcBef>
                <a:spcPts val="518"/>
              </a:spcBef>
              <a:spcAft>
                <a:spcPts val="0"/>
              </a:spcAft>
              <a:buClr>
                <a:schemeClr val="dk1"/>
              </a:buClr>
              <a:buSzPts val="1000"/>
              <a:buNone/>
              <a:defRPr sz="1035"/>
            </a:lvl7pPr>
            <a:lvl8pPr marL="3657600" lvl="7" indent="-228600" algn="l">
              <a:lnSpc>
                <a:spcPct val="90000"/>
              </a:lnSpc>
              <a:spcBef>
                <a:spcPts val="518"/>
              </a:spcBef>
              <a:spcAft>
                <a:spcPts val="0"/>
              </a:spcAft>
              <a:buClr>
                <a:schemeClr val="dk1"/>
              </a:buClr>
              <a:buSzPts val="1000"/>
              <a:buNone/>
              <a:defRPr sz="1035"/>
            </a:lvl8pPr>
            <a:lvl9pPr marL="4114800" lvl="8" indent="-228600" algn="l">
              <a:lnSpc>
                <a:spcPct val="90000"/>
              </a:lnSpc>
              <a:spcBef>
                <a:spcPts val="518"/>
              </a:spcBef>
              <a:spcAft>
                <a:spcPts val="0"/>
              </a:spcAft>
              <a:buClr>
                <a:schemeClr val="dk1"/>
              </a:buClr>
              <a:buSzPts val="1000"/>
              <a:buNone/>
              <a:defRPr sz="1035"/>
            </a:lvl9pPr>
          </a:lstStyle>
          <a:p>
            <a:endParaRPr/>
          </a:p>
        </p:txBody>
      </p:sp>
      <p:sp>
        <p:nvSpPr>
          <p:cNvPr id="52" name="Google Shape;52;p40"/>
          <p:cNvSpPr txBox="1">
            <a:spLocks noGrp="1"/>
          </p:cNvSpPr>
          <p:nvPr>
            <p:ph type="dt" idx="10"/>
          </p:nvPr>
        </p:nvSpPr>
        <p:spPr>
          <a:xfrm>
            <a:off x="838204" y="6356361"/>
            <a:ext cx="2743201" cy="36512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40"/>
          <p:cNvSpPr txBox="1">
            <a:spLocks noGrp="1"/>
          </p:cNvSpPr>
          <p:nvPr>
            <p:ph type="ftr" idx="11"/>
          </p:nvPr>
        </p:nvSpPr>
        <p:spPr>
          <a:xfrm>
            <a:off x="4038603" y="6356361"/>
            <a:ext cx="4114800" cy="36512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40"/>
          <p:cNvSpPr txBox="1">
            <a:spLocks noGrp="1"/>
          </p:cNvSpPr>
          <p:nvPr>
            <p:ph type="sldNum" idx="12"/>
          </p:nvPr>
        </p:nvSpPr>
        <p:spPr>
          <a:xfrm>
            <a:off x="8610603" y="6356361"/>
            <a:ext cx="2743201" cy="365124"/>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42"/>
              <a:buNone/>
              <a:defRPr sz="1242" b="0" i="0" u="none" strike="noStrike" cap="none">
                <a:solidFill>
                  <a:srgbClr val="888888"/>
                </a:solidFill>
                <a:latin typeface="Calibri"/>
                <a:ea typeface="Calibri"/>
                <a:cs typeface="Calibri"/>
                <a:sym typeface="Calibri"/>
              </a:defRPr>
            </a:lvl1pPr>
            <a:lvl2pPr marL="0" lvl="1" indent="0" algn="r">
              <a:lnSpc>
                <a:spcPct val="100000"/>
              </a:lnSpc>
              <a:spcBef>
                <a:spcPts val="0"/>
              </a:spcBef>
              <a:spcAft>
                <a:spcPts val="0"/>
              </a:spcAft>
              <a:buSzPts val="1242"/>
              <a:buNone/>
              <a:defRPr sz="1242" b="0" i="0" u="none" strike="noStrike" cap="none">
                <a:solidFill>
                  <a:srgbClr val="888888"/>
                </a:solidFill>
                <a:latin typeface="Calibri"/>
                <a:ea typeface="Calibri"/>
                <a:cs typeface="Calibri"/>
                <a:sym typeface="Calibri"/>
              </a:defRPr>
            </a:lvl2pPr>
            <a:lvl3pPr marL="0" lvl="2" indent="0" algn="r">
              <a:lnSpc>
                <a:spcPct val="100000"/>
              </a:lnSpc>
              <a:spcBef>
                <a:spcPts val="0"/>
              </a:spcBef>
              <a:spcAft>
                <a:spcPts val="0"/>
              </a:spcAft>
              <a:buSzPts val="1242"/>
              <a:buNone/>
              <a:defRPr sz="1242" b="0" i="0" u="none" strike="noStrike" cap="none">
                <a:solidFill>
                  <a:srgbClr val="888888"/>
                </a:solidFill>
                <a:latin typeface="Calibri"/>
                <a:ea typeface="Calibri"/>
                <a:cs typeface="Calibri"/>
                <a:sym typeface="Calibri"/>
              </a:defRPr>
            </a:lvl3pPr>
            <a:lvl4pPr marL="0" lvl="3" indent="0" algn="r">
              <a:lnSpc>
                <a:spcPct val="100000"/>
              </a:lnSpc>
              <a:spcBef>
                <a:spcPts val="0"/>
              </a:spcBef>
              <a:spcAft>
                <a:spcPts val="0"/>
              </a:spcAft>
              <a:buSzPts val="1242"/>
              <a:buNone/>
              <a:defRPr sz="1242" b="0" i="0" u="none" strike="noStrike" cap="none">
                <a:solidFill>
                  <a:srgbClr val="888888"/>
                </a:solidFill>
                <a:latin typeface="Calibri"/>
                <a:ea typeface="Calibri"/>
                <a:cs typeface="Calibri"/>
                <a:sym typeface="Calibri"/>
              </a:defRPr>
            </a:lvl4pPr>
            <a:lvl5pPr marL="0" lvl="4" indent="0" algn="r">
              <a:lnSpc>
                <a:spcPct val="100000"/>
              </a:lnSpc>
              <a:spcBef>
                <a:spcPts val="0"/>
              </a:spcBef>
              <a:spcAft>
                <a:spcPts val="0"/>
              </a:spcAft>
              <a:buSzPts val="1242"/>
              <a:buNone/>
              <a:defRPr sz="1242" b="0" i="0" u="none" strike="noStrike" cap="none">
                <a:solidFill>
                  <a:srgbClr val="888888"/>
                </a:solidFill>
                <a:latin typeface="Calibri"/>
                <a:ea typeface="Calibri"/>
                <a:cs typeface="Calibri"/>
                <a:sym typeface="Calibri"/>
              </a:defRPr>
            </a:lvl5pPr>
            <a:lvl6pPr marL="0" lvl="5" indent="0" algn="r">
              <a:lnSpc>
                <a:spcPct val="100000"/>
              </a:lnSpc>
              <a:spcBef>
                <a:spcPts val="0"/>
              </a:spcBef>
              <a:spcAft>
                <a:spcPts val="0"/>
              </a:spcAft>
              <a:buSzPts val="1242"/>
              <a:buNone/>
              <a:defRPr sz="1242" b="0" i="0" u="none" strike="noStrike" cap="none">
                <a:solidFill>
                  <a:srgbClr val="888888"/>
                </a:solidFill>
                <a:latin typeface="Calibri"/>
                <a:ea typeface="Calibri"/>
                <a:cs typeface="Calibri"/>
                <a:sym typeface="Calibri"/>
              </a:defRPr>
            </a:lvl6pPr>
            <a:lvl7pPr marL="0" lvl="6" indent="0" algn="r">
              <a:lnSpc>
                <a:spcPct val="100000"/>
              </a:lnSpc>
              <a:spcBef>
                <a:spcPts val="0"/>
              </a:spcBef>
              <a:spcAft>
                <a:spcPts val="0"/>
              </a:spcAft>
              <a:buSzPts val="1242"/>
              <a:buNone/>
              <a:defRPr sz="1242" b="0" i="0" u="none" strike="noStrike" cap="none">
                <a:solidFill>
                  <a:srgbClr val="888888"/>
                </a:solidFill>
                <a:latin typeface="Calibri"/>
                <a:ea typeface="Calibri"/>
                <a:cs typeface="Calibri"/>
                <a:sym typeface="Calibri"/>
              </a:defRPr>
            </a:lvl7pPr>
            <a:lvl8pPr marL="0" lvl="7" indent="0" algn="r">
              <a:lnSpc>
                <a:spcPct val="100000"/>
              </a:lnSpc>
              <a:spcBef>
                <a:spcPts val="0"/>
              </a:spcBef>
              <a:spcAft>
                <a:spcPts val="0"/>
              </a:spcAft>
              <a:buSzPts val="1242"/>
              <a:buNone/>
              <a:defRPr sz="1242" b="0" i="0" u="none" strike="noStrike" cap="none">
                <a:solidFill>
                  <a:srgbClr val="888888"/>
                </a:solidFill>
                <a:latin typeface="Calibri"/>
                <a:ea typeface="Calibri"/>
                <a:cs typeface="Calibri"/>
                <a:sym typeface="Calibri"/>
              </a:defRPr>
            </a:lvl8pPr>
            <a:lvl9pPr marL="0" lvl="8" indent="0" algn="r">
              <a:lnSpc>
                <a:spcPct val="100000"/>
              </a:lnSpc>
              <a:spcBef>
                <a:spcPts val="0"/>
              </a:spcBef>
              <a:spcAft>
                <a:spcPts val="0"/>
              </a:spcAft>
              <a:buSzPts val="1242"/>
              <a:buNone/>
              <a:defRPr sz="1242"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5"/>
        <p:cNvGrpSpPr/>
        <p:nvPr/>
      </p:nvGrpSpPr>
      <p:grpSpPr>
        <a:xfrm>
          <a:off x="0" y="0"/>
          <a:ext cx="0" cy="0"/>
          <a:chOff x="0" y="0"/>
          <a:chExt cx="0" cy="0"/>
        </a:xfrm>
      </p:grpSpPr>
      <p:sp>
        <p:nvSpPr>
          <p:cNvPr id="56" name="Google Shape;56;p41"/>
          <p:cNvSpPr txBox="1">
            <a:spLocks noGrp="1"/>
          </p:cNvSpPr>
          <p:nvPr>
            <p:ph type="title"/>
          </p:nvPr>
        </p:nvSpPr>
        <p:spPr>
          <a:xfrm>
            <a:off x="839796"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3200"/>
              <a:buFont typeface="Calibri"/>
              <a:buNone/>
              <a:defRPr sz="3313"/>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41"/>
          <p:cNvSpPr>
            <a:spLocks noGrp="1"/>
          </p:cNvSpPr>
          <p:nvPr>
            <p:ph type="pic" idx="2"/>
          </p:nvPr>
        </p:nvSpPr>
        <p:spPr>
          <a:xfrm>
            <a:off x="5183191" y="987428"/>
            <a:ext cx="6172200" cy="4873625"/>
          </a:xfrm>
          <a:prstGeom prst="rect">
            <a:avLst/>
          </a:prstGeom>
          <a:noFill/>
          <a:ln>
            <a:noFill/>
          </a:ln>
        </p:spPr>
      </p:sp>
      <p:sp>
        <p:nvSpPr>
          <p:cNvPr id="58" name="Google Shape;58;p41"/>
          <p:cNvSpPr txBox="1">
            <a:spLocks noGrp="1"/>
          </p:cNvSpPr>
          <p:nvPr>
            <p:ph type="body" idx="1"/>
          </p:nvPr>
        </p:nvSpPr>
        <p:spPr>
          <a:xfrm>
            <a:off x="839796"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35"/>
              </a:spcBef>
              <a:spcAft>
                <a:spcPts val="0"/>
              </a:spcAft>
              <a:buClr>
                <a:schemeClr val="dk1"/>
              </a:buClr>
              <a:buSzPts val="1600"/>
              <a:buNone/>
              <a:defRPr sz="1656"/>
            </a:lvl1pPr>
            <a:lvl2pPr marL="914400" lvl="1" indent="-228600" algn="l">
              <a:lnSpc>
                <a:spcPct val="90000"/>
              </a:lnSpc>
              <a:spcBef>
                <a:spcPts val="518"/>
              </a:spcBef>
              <a:spcAft>
                <a:spcPts val="0"/>
              </a:spcAft>
              <a:buClr>
                <a:schemeClr val="dk1"/>
              </a:buClr>
              <a:buSzPts val="1400"/>
              <a:buNone/>
              <a:defRPr sz="1448"/>
            </a:lvl2pPr>
            <a:lvl3pPr marL="1371600" lvl="2" indent="-228600" algn="l">
              <a:lnSpc>
                <a:spcPct val="90000"/>
              </a:lnSpc>
              <a:spcBef>
                <a:spcPts val="518"/>
              </a:spcBef>
              <a:spcAft>
                <a:spcPts val="0"/>
              </a:spcAft>
              <a:buClr>
                <a:schemeClr val="dk1"/>
              </a:buClr>
              <a:buSzPts val="1200"/>
              <a:buNone/>
              <a:defRPr sz="1242"/>
            </a:lvl3pPr>
            <a:lvl4pPr marL="1828800" lvl="3" indent="-228600" algn="l">
              <a:lnSpc>
                <a:spcPct val="90000"/>
              </a:lnSpc>
              <a:spcBef>
                <a:spcPts val="518"/>
              </a:spcBef>
              <a:spcAft>
                <a:spcPts val="0"/>
              </a:spcAft>
              <a:buClr>
                <a:schemeClr val="dk1"/>
              </a:buClr>
              <a:buSzPts val="1000"/>
              <a:buNone/>
              <a:defRPr sz="1035"/>
            </a:lvl4pPr>
            <a:lvl5pPr marL="2286000" lvl="4" indent="-228600" algn="l">
              <a:lnSpc>
                <a:spcPct val="90000"/>
              </a:lnSpc>
              <a:spcBef>
                <a:spcPts val="518"/>
              </a:spcBef>
              <a:spcAft>
                <a:spcPts val="0"/>
              </a:spcAft>
              <a:buClr>
                <a:schemeClr val="dk1"/>
              </a:buClr>
              <a:buSzPts val="1000"/>
              <a:buNone/>
              <a:defRPr sz="1035"/>
            </a:lvl5pPr>
            <a:lvl6pPr marL="2743200" lvl="5" indent="-228600" algn="l">
              <a:lnSpc>
                <a:spcPct val="90000"/>
              </a:lnSpc>
              <a:spcBef>
                <a:spcPts val="518"/>
              </a:spcBef>
              <a:spcAft>
                <a:spcPts val="0"/>
              </a:spcAft>
              <a:buClr>
                <a:schemeClr val="dk1"/>
              </a:buClr>
              <a:buSzPts val="1000"/>
              <a:buNone/>
              <a:defRPr sz="1035"/>
            </a:lvl6pPr>
            <a:lvl7pPr marL="3200400" lvl="6" indent="-228600" algn="l">
              <a:lnSpc>
                <a:spcPct val="90000"/>
              </a:lnSpc>
              <a:spcBef>
                <a:spcPts val="518"/>
              </a:spcBef>
              <a:spcAft>
                <a:spcPts val="0"/>
              </a:spcAft>
              <a:buClr>
                <a:schemeClr val="dk1"/>
              </a:buClr>
              <a:buSzPts val="1000"/>
              <a:buNone/>
              <a:defRPr sz="1035"/>
            </a:lvl7pPr>
            <a:lvl8pPr marL="3657600" lvl="7" indent="-228600" algn="l">
              <a:lnSpc>
                <a:spcPct val="90000"/>
              </a:lnSpc>
              <a:spcBef>
                <a:spcPts val="518"/>
              </a:spcBef>
              <a:spcAft>
                <a:spcPts val="0"/>
              </a:spcAft>
              <a:buClr>
                <a:schemeClr val="dk1"/>
              </a:buClr>
              <a:buSzPts val="1000"/>
              <a:buNone/>
              <a:defRPr sz="1035"/>
            </a:lvl8pPr>
            <a:lvl9pPr marL="4114800" lvl="8" indent="-228600" algn="l">
              <a:lnSpc>
                <a:spcPct val="90000"/>
              </a:lnSpc>
              <a:spcBef>
                <a:spcPts val="518"/>
              </a:spcBef>
              <a:spcAft>
                <a:spcPts val="0"/>
              </a:spcAft>
              <a:buClr>
                <a:schemeClr val="dk1"/>
              </a:buClr>
              <a:buSzPts val="1000"/>
              <a:buNone/>
              <a:defRPr sz="1035"/>
            </a:lvl9pPr>
          </a:lstStyle>
          <a:p>
            <a:endParaRPr/>
          </a:p>
        </p:txBody>
      </p:sp>
      <p:sp>
        <p:nvSpPr>
          <p:cNvPr id="59" name="Google Shape;59;p41"/>
          <p:cNvSpPr txBox="1">
            <a:spLocks noGrp="1"/>
          </p:cNvSpPr>
          <p:nvPr>
            <p:ph type="dt" idx="10"/>
          </p:nvPr>
        </p:nvSpPr>
        <p:spPr>
          <a:xfrm>
            <a:off x="838204" y="6356361"/>
            <a:ext cx="2743201" cy="36512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41"/>
          <p:cNvSpPr txBox="1">
            <a:spLocks noGrp="1"/>
          </p:cNvSpPr>
          <p:nvPr>
            <p:ph type="ftr" idx="11"/>
          </p:nvPr>
        </p:nvSpPr>
        <p:spPr>
          <a:xfrm>
            <a:off x="4038603" y="6356361"/>
            <a:ext cx="4114800" cy="36512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41"/>
          <p:cNvSpPr txBox="1">
            <a:spLocks noGrp="1"/>
          </p:cNvSpPr>
          <p:nvPr>
            <p:ph type="sldNum" idx="12"/>
          </p:nvPr>
        </p:nvSpPr>
        <p:spPr>
          <a:xfrm>
            <a:off x="8610603" y="6356361"/>
            <a:ext cx="2743201" cy="365124"/>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42"/>
              <a:buNone/>
              <a:defRPr sz="1242" b="0" i="0" u="none" strike="noStrike" cap="none">
                <a:solidFill>
                  <a:srgbClr val="888888"/>
                </a:solidFill>
                <a:latin typeface="Calibri"/>
                <a:ea typeface="Calibri"/>
                <a:cs typeface="Calibri"/>
                <a:sym typeface="Calibri"/>
              </a:defRPr>
            </a:lvl1pPr>
            <a:lvl2pPr marL="0" lvl="1" indent="0" algn="r">
              <a:lnSpc>
                <a:spcPct val="100000"/>
              </a:lnSpc>
              <a:spcBef>
                <a:spcPts val="0"/>
              </a:spcBef>
              <a:spcAft>
                <a:spcPts val="0"/>
              </a:spcAft>
              <a:buSzPts val="1242"/>
              <a:buNone/>
              <a:defRPr sz="1242" b="0" i="0" u="none" strike="noStrike" cap="none">
                <a:solidFill>
                  <a:srgbClr val="888888"/>
                </a:solidFill>
                <a:latin typeface="Calibri"/>
                <a:ea typeface="Calibri"/>
                <a:cs typeface="Calibri"/>
                <a:sym typeface="Calibri"/>
              </a:defRPr>
            </a:lvl2pPr>
            <a:lvl3pPr marL="0" lvl="2" indent="0" algn="r">
              <a:lnSpc>
                <a:spcPct val="100000"/>
              </a:lnSpc>
              <a:spcBef>
                <a:spcPts val="0"/>
              </a:spcBef>
              <a:spcAft>
                <a:spcPts val="0"/>
              </a:spcAft>
              <a:buSzPts val="1242"/>
              <a:buNone/>
              <a:defRPr sz="1242" b="0" i="0" u="none" strike="noStrike" cap="none">
                <a:solidFill>
                  <a:srgbClr val="888888"/>
                </a:solidFill>
                <a:latin typeface="Calibri"/>
                <a:ea typeface="Calibri"/>
                <a:cs typeface="Calibri"/>
                <a:sym typeface="Calibri"/>
              </a:defRPr>
            </a:lvl3pPr>
            <a:lvl4pPr marL="0" lvl="3" indent="0" algn="r">
              <a:lnSpc>
                <a:spcPct val="100000"/>
              </a:lnSpc>
              <a:spcBef>
                <a:spcPts val="0"/>
              </a:spcBef>
              <a:spcAft>
                <a:spcPts val="0"/>
              </a:spcAft>
              <a:buSzPts val="1242"/>
              <a:buNone/>
              <a:defRPr sz="1242" b="0" i="0" u="none" strike="noStrike" cap="none">
                <a:solidFill>
                  <a:srgbClr val="888888"/>
                </a:solidFill>
                <a:latin typeface="Calibri"/>
                <a:ea typeface="Calibri"/>
                <a:cs typeface="Calibri"/>
                <a:sym typeface="Calibri"/>
              </a:defRPr>
            </a:lvl4pPr>
            <a:lvl5pPr marL="0" lvl="4" indent="0" algn="r">
              <a:lnSpc>
                <a:spcPct val="100000"/>
              </a:lnSpc>
              <a:spcBef>
                <a:spcPts val="0"/>
              </a:spcBef>
              <a:spcAft>
                <a:spcPts val="0"/>
              </a:spcAft>
              <a:buSzPts val="1242"/>
              <a:buNone/>
              <a:defRPr sz="1242" b="0" i="0" u="none" strike="noStrike" cap="none">
                <a:solidFill>
                  <a:srgbClr val="888888"/>
                </a:solidFill>
                <a:latin typeface="Calibri"/>
                <a:ea typeface="Calibri"/>
                <a:cs typeface="Calibri"/>
                <a:sym typeface="Calibri"/>
              </a:defRPr>
            </a:lvl5pPr>
            <a:lvl6pPr marL="0" lvl="5" indent="0" algn="r">
              <a:lnSpc>
                <a:spcPct val="100000"/>
              </a:lnSpc>
              <a:spcBef>
                <a:spcPts val="0"/>
              </a:spcBef>
              <a:spcAft>
                <a:spcPts val="0"/>
              </a:spcAft>
              <a:buSzPts val="1242"/>
              <a:buNone/>
              <a:defRPr sz="1242" b="0" i="0" u="none" strike="noStrike" cap="none">
                <a:solidFill>
                  <a:srgbClr val="888888"/>
                </a:solidFill>
                <a:latin typeface="Calibri"/>
                <a:ea typeface="Calibri"/>
                <a:cs typeface="Calibri"/>
                <a:sym typeface="Calibri"/>
              </a:defRPr>
            </a:lvl6pPr>
            <a:lvl7pPr marL="0" lvl="6" indent="0" algn="r">
              <a:lnSpc>
                <a:spcPct val="100000"/>
              </a:lnSpc>
              <a:spcBef>
                <a:spcPts val="0"/>
              </a:spcBef>
              <a:spcAft>
                <a:spcPts val="0"/>
              </a:spcAft>
              <a:buSzPts val="1242"/>
              <a:buNone/>
              <a:defRPr sz="1242" b="0" i="0" u="none" strike="noStrike" cap="none">
                <a:solidFill>
                  <a:srgbClr val="888888"/>
                </a:solidFill>
                <a:latin typeface="Calibri"/>
                <a:ea typeface="Calibri"/>
                <a:cs typeface="Calibri"/>
                <a:sym typeface="Calibri"/>
              </a:defRPr>
            </a:lvl7pPr>
            <a:lvl8pPr marL="0" lvl="7" indent="0" algn="r">
              <a:lnSpc>
                <a:spcPct val="100000"/>
              </a:lnSpc>
              <a:spcBef>
                <a:spcPts val="0"/>
              </a:spcBef>
              <a:spcAft>
                <a:spcPts val="0"/>
              </a:spcAft>
              <a:buSzPts val="1242"/>
              <a:buNone/>
              <a:defRPr sz="1242" b="0" i="0" u="none" strike="noStrike" cap="none">
                <a:solidFill>
                  <a:srgbClr val="888888"/>
                </a:solidFill>
                <a:latin typeface="Calibri"/>
                <a:ea typeface="Calibri"/>
                <a:cs typeface="Calibri"/>
                <a:sym typeface="Calibri"/>
              </a:defRPr>
            </a:lvl8pPr>
            <a:lvl9pPr marL="0" lvl="8" indent="0" algn="r">
              <a:lnSpc>
                <a:spcPct val="100000"/>
              </a:lnSpc>
              <a:spcBef>
                <a:spcPts val="0"/>
              </a:spcBef>
              <a:spcAft>
                <a:spcPts val="0"/>
              </a:spcAft>
              <a:buSzPts val="1242"/>
              <a:buNone/>
              <a:defRPr sz="1242"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2"/>
        <p:cNvGrpSpPr/>
        <p:nvPr/>
      </p:nvGrpSpPr>
      <p:grpSpPr>
        <a:xfrm>
          <a:off x="0" y="0"/>
          <a:ext cx="0" cy="0"/>
          <a:chOff x="0" y="0"/>
          <a:chExt cx="0" cy="0"/>
        </a:xfrm>
      </p:grpSpPr>
      <p:sp>
        <p:nvSpPr>
          <p:cNvPr id="63" name="Google Shape;63;p42"/>
          <p:cNvSpPr txBox="1">
            <a:spLocks noGrp="1"/>
          </p:cNvSpPr>
          <p:nvPr>
            <p:ph type="title"/>
          </p:nvPr>
        </p:nvSpPr>
        <p:spPr>
          <a:xfrm>
            <a:off x="838201" y="365130"/>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42"/>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35"/>
              </a:spcBef>
              <a:spcAft>
                <a:spcPts val="0"/>
              </a:spcAft>
              <a:buClr>
                <a:schemeClr val="dk1"/>
              </a:buClr>
              <a:buSzPts val="1800"/>
              <a:buChar char="•"/>
              <a:defRPr/>
            </a:lvl1pPr>
            <a:lvl2pPr marL="914400" lvl="1" indent="-342900" algn="l">
              <a:lnSpc>
                <a:spcPct val="90000"/>
              </a:lnSpc>
              <a:spcBef>
                <a:spcPts val="518"/>
              </a:spcBef>
              <a:spcAft>
                <a:spcPts val="0"/>
              </a:spcAft>
              <a:buClr>
                <a:schemeClr val="dk1"/>
              </a:buClr>
              <a:buSzPts val="1800"/>
              <a:buChar char="•"/>
              <a:defRPr/>
            </a:lvl2pPr>
            <a:lvl3pPr marL="1371600" lvl="2" indent="-342900" algn="l">
              <a:lnSpc>
                <a:spcPct val="90000"/>
              </a:lnSpc>
              <a:spcBef>
                <a:spcPts val="518"/>
              </a:spcBef>
              <a:spcAft>
                <a:spcPts val="0"/>
              </a:spcAft>
              <a:buClr>
                <a:schemeClr val="dk1"/>
              </a:buClr>
              <a:buSzPts val="1800"/>
              <a:buChar char="•"/>
              <a:defRPr/>
            </a:lvl3pPr>
            <a:lvl4pPr marL="1828800" lvl="3" indent="-342900" algn="l">
              <a:lnSpc>
                <a:spcPct val="90000"/>
              </a:lnSpc>
              <a:spcBef>
                <a:spcPts val="518"/>
              </a:spcBef>
              <a:spcAft>
                <a:spcPts val="0"/>
              </a:spcAft>
              <a:buClr>
                <a:schemeClr val="dk1"/>
              </a:buClr>
              <a:buSzPts val="1800"/>
              <a:buChar char="•"/>
              <a:defRPr/>
            </a:lvl4pPr>
            <a:lvl5pPr marL="2286000" lvl="4" indent="-342900" algn="l">
              <a:lnSpc>
                <a:spcPct val="90000"/>
              </a:lnSpc>
              <a:spcBef>
                <a:spcPts val="518"/>
              </a:spcBef>
              <a:spcAft>
                <a:spcPts val="0"/>
              </a:spcAft>
              <a:buClr>
                <a:schemeClr val="dk1"/>
              </a:buClr>
              <a:buSzPts val="1800"/>
              <a:buChar char="•"/>
              <a:defRPr/>
            </a:lvl5pPr>
            <a:lvl6pPr marL="2743200" lvl="5" indent="-342900" algn="l">
              <a:lnSpc>
                <a:spcPct val="90000"/>
              </a:lnSpc>
              <a:spcBef>
                <a:spcPts val="518"/>
              </a:spcBef>
              <a:spcAft>
                <a:spcPts val="0"/>
              </a:spcAft>
              <a:buClr>
                <a:schemeClr val="dk1"/>
              </a:buClr>
              <a:buSzPts val="1800"/>
              <a:buChar char="•"/>
              <a:defRPr/>
            </a:lvl6pPr>
            <a:lvl7pPr marL="3200400" lvl="6" indent="-342900" algn="l">
              <a:lnSpc>
                <a:spcPct val="90000"/>
              </a:lnSpc>
              <a:spcBef>
                <a:spcPts val="518"/>
              </a:spcBef>
              <a:spcAft>
                <a:spcPts val="0"/>
              </a:spcAft>
              <a:buClr>
                <a:schemeClr val="dk1"/>
              </a:buClr>
              <a:buSzPts val="1800"/>
              <a:buChar char="•"/>
              <a:defRPr/>
            </a:lvl7pPr>
            <a:lvl8pPr marL="3657600" lvl="7" indent="-342900" algn="l">
              <a:lnSpc>
                <a:spcPct val="90000"/>
              </a:lnSpc>
              <a:spcBef>
                <a:spcPts val="518"/>
              </a:spcBef>
              <a:spcAft>
                <a:spcPts val="0"/>
              </a:spcAft>
              <a:buClr>
                <a:schemeClr val="dk1"/>
              </a:buClr>
              <a:buSzPts val="1800"/>
              <a:buChar char="•"/>
              <a:defRPr/>
            </a:lvl8pPr>
            <a:lvl9pPr marL="4114800" lvl="8" indent="-342900" algn="l">
              <a:lnSpc>
                <a:spcPct val="90000"/>
              </a:lnSpc>
              <a:spcBef>
                <a:spcPts val="518"/>
              </a:spcBef>
              <a:spcAft>
                <a:spcPts val="0"/>
              </a:spcAft>
              <a:buClr>
                <a:schemeClr val="dk1"/>
              </a:buClr>
              <a:buSzPts val="1800"/>
              <a:buChar char="•"/>
              <a:defRPr/>
            </a:lvl9pPr>
          </a:lstStyle>
          <a:p>
            <a:endParaRPr/>
          </a:p>
        </p:txBody>
      </p:sp>
      <p:sp>
        <p:nvSpPr>
          <p:cNvPr id="65" name="Google Shape;65;p42"/>
          <p:cNvSpPr txBox="1">
            <a:spLocks noGrp="1"/>
          </p:cNvSpPr>
          <p:nvPr>
            <p:ph type="dt" idx="10"/>
          </p:nvPr>
        </p:nvSpPr>
        <p:spPr>
          <a:xfrm>
            <a:off x="838204" y="6356361"/>
            <a:ext cx="2743201" cy="36512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42"/>
          <p:cNvSpPr txBox="1">
            <a:spLocks noGrp="1"/>
          </p:cNvSpPr>
          <p:nvPr>
            <p:ph type="ftr" idx="11"/>
          </p:nvPr>
        </p:nvSpPr>
        <p:spPr>
          <a:xfrm>
            <a:off x="4038603" y="6356361"/>
            <a:ext cx="4114800" cy="36512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42"/>
          <p:cNvSpPr txBox="1">
            <a:spLocks noGrp="1"/>
          </p:cNvSpPr>
          <p:nvPr>
            <p:ph type="sldNum" idx="12"/>
          </p:nvPr>
        </p:nvSpPr>
        <p:spPr>
          <a:xfrm>
            <a:off x="8610603" y="6356361"/>
            <a:ext cx="2743201" cy="365124"/>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42"/>
              <a:buNone/>
              <a:defRPr sz="1242" b="0" i="0" u="none" strike="noStrike" cap="none">
                <a:solidFill>
                  <a:srgbClr val="888888"/>
                </a:solidFill>
                <a:latin typeface="Calibri"/>
                <a:ea typeface="Calibri"/>
                <a:cs typeface="Calibri"/>
                <a:sym typeface="Calibri"/>
              </a:defRPr>
            </a:lvl1pPr>
            <a:lvl2pPr marL="0" lvl="1" indent="0" algn="r">
              <a:lnSpc>
                <a:spcPct val="100000"/>
              </a:lnSpc>
              <a:spcBef>
                <a:spcPts val="0"/>
              </a:spcBef>
              <a:spcAft>
                <a:spcPts val="0"/>
              </a:spcAft>
              <a:buSzPts val="1242"/>
              <a:buNone/>
              <a:defRPr sz="1242" b="0" i="0" u="none" strike="noStrike" cap="none">
                <a:solidFill>
                  <a:srgbClr val="888888"/>
                </a:solidFill>
                <a:latin typeface="Calibri"/>
                <a:ea typeface="Calibri"/>
                <a:cs typeface="Calibri"/>
                <a:sym typeface="Calibri"/>
              </a:defRPr>
            </a:lvl2pPr>
            <a:lvl3pPr marL="0" lvl="2" indent="0" algn="r">
              <a:lnSpc>
                <a:spcPct val="100000"/>
              </a:lnSpc>
              <a:spcBef>
                <a:spcPts val="0"/>
              </a:spcBef>
              <a:spcAft>
                <a:spcPts val="0"/>
              </a:spcAft>
              <a:buSzPts val="1242"/>
              <a:buNone/>
              <a:defRPr sz="1242" b="0" i="0" u="none" strike="noStrike" cap="none">
                <a:solidFill>
                  <a:srgbClr val="888888"/>
                </a:solidFill>
                <a:latin typeface="Calibri"/>
                <a:ea typeface="Calibri"/>
                <a:cs typeface="Calibri"/>
                <a:sym typeface="Calibri"/>
              </a:defRPr>
            </a:lvl3pPr>
            <a:lvl4pPr marL="0" lvl="3" indent="0" algn="r">
              <a:lnSpc>
                <a:spcPct val="100000"/>
              </a:lnSpc>
              <a:spcBef>
                <a:spcPts val="0"/>
              </a:spcBef>
              <a:spcAft>
                <a:spcPts val="0"/>
              </a:spcAft>
              <a:buSzPts val="1242"/>
              <a:buNone/>
              <a:defRPr sz="1242" b="0" i="0" u="none" strike="noStrike" cap="none">
                <a:solidFill>
                  <a:srgbClr val="888888"/>
                </a:solidFill>
                <a:latin typeface="Calibri"/>
                <a:ea typeface="Calibri"/>
                <a:cs typeface="Calibri"/>
                <a:sym typeface="Calibri"/>
              </a:defRPr>
            </a:lvl4pPr>
            <a:lvl5pPr marL="0" lvl="4" indent="0" algn="r">
              <a:lnSpc>
                <a:spcPct val="100000"/>
              </a:lnSpc>
              <a:spcBef>
                <a:spcPts val="0"/>
              </a:spcBef>
              <a:spcAft>
                <a:spcPts val="0"/>
              </a:spcAft>
              <a:buSzPts val="1242"/>
              <a:buNone/>
              <a:defRPr sz="1242" b="0" i="0" u="none" strike="noStrike" cap="none">
                <a:solidFill>
                  <a:srgbClr val="888888"/>
                </a:solidFill>
                <a:latin typeface="Calibri"/>
                <a:ea typeface="Calibri"/>
                <a:cs typeface="Calibri"/>
                <a:sym typeface="Calibri"/>
              </a:defRPr>
            </a:lvl5pPr>
            <a:lvl6pPr marL="0" lvl="5" indent="0" algn="r">
              <a:lnSpc>
                <a:spcPct val="100000"/>
              </a:lnSpc>
              <a:spcBef>
                <a:spcPts val="0"/>
              </a:spcBef>
              <a:spcAft>
                <a:spcPts val="0"/>
              </a:spcAft>
              <a:buSzPts val="1242"/>
              <a:buNone/>
              <a:defRPr sz="1242" b="0" i="0" u="none" strike="noStrike" cap="none">
                <a:solidFill>
                  <a:srgbClr val="888888"/>
                </a:solidFill>
                <a:latin typeface="Calibri"/>
                <a:ea typeface="Calibri"/>
                <a:cs typeface="Calibri"/>
                <a:sym typeface="Calibri"/>
              </a:defRPr>
            </a:lvl6pPr>
            <a:lvl7pPr marL="0" lvl="6" indent="0" algn="r">
              <a:lnSpc>
                <a:spcPct val="100000"/>
              </a:lnSpc>
              <a:spcBef>
                <a:spcPts val="0"/>
              </a:spcBef>
              <a:spcAft>
                <a:spcPts val="0"/>
              </a:spcAft>
              <a:buSzPts val="1242"/>
              <a:buNone/>
              <a:defRPr sz="1242" b="0" i="0" u="none" strike="noStrike" cap="none">
                <a:solidFill>
                  <a:srgbClr val="888888"/>
                </a:solidFill>
                <a:latin typeface="Calibri"/>
                <a:ea typeface="Calibri"/>
                <a:cs typeface="Calibri"/>
                <a:sym typeface="Calibri"/>
              </a:defRPr>
            </a:lvl7pPr>
            <a:lvl8pPr marL="0" lvl="7" indent="0" algn="r">
              <a:lnSpc>
                <a:spcPct val="100000"/>
              </a:lnSpc>
              <a:spcBef>
                <a:spcPts val="0"/>
              </a:spcBef>
              <a:spcAft>
                <a:spcPts val="0"/>
              </a:spcAft>
              <a:buSzPts val="1242"/>
              <a:buNone/>
              <a:defRPr sz="1242" b="0" i="0" u="none" strike="noStrike" cap="none">
                <a:solidFill>
                  <a:srgbClr val="888888"/>
                </a:solidFill>
                <a:latin typeface="Calibri"/>
                <a:ea typeface="Calibri"/>
                <a:cs typeface="Calibri"/>
                <a:sym typeface="Calibri"/>
              </a:defRPr>
            </a:lvl8pPr>
            <a:lvl9pPr marL="0" lvl="8" indent="0" algn="r">
              <a:lnSpc>
                <a:spcPct val="100000"/>
              </a:lnSpc>
              <a:spcBef>
                <a:spcPts val="0"/>
              </a:spcBef>
              <a:spcAft>
                <a:spcPts val="0"/>
              </a:spcAft>
              <a:buSzPts val="1242"/>
              <a:buNone/>
              <a:defRPr sz="1242"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8"/>
        <p:cNvGrpSpPr/>
        <p:nvPr/>
      </p:nvGrpSpPr>
      <p:grpSpPr>
        <a:xfrm>
          <a:off x="0" y="0"/>
          <a:ext cx="0" cy="0"/>
          <a:chOff x="0" y="0"/>
          <a:chExt cx="0" cy="0"/>
        </a:xfrm>
      </p:grpSpPr>
      <p:sp>
        <p:nvSpPr>
          <p:cNvPr id="69" name="Google Shape;69;p43"/>
          <p:cNvSpPr txBox="1">
            <a:spLocks noGrp="1"/>
          </p:cNvSpPr>
          <p:nvPr>
            <p:ph type="title"/>
          </p:nvPr>
        </p:nvSpPr>
        <p:spPr>
          <a:xfrm rot="5400000">
            <a:off x="7133435" y="1956595"/>
            <a:ext cx="5811838" cy="2628901"/>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43"/>
          <p:cNvSpPr txBox="1">
            <a:spLocks noGrp="1"/>
          </p:cNvSpPr>
          <p:nvPr>
            <p:ph type="body" idx="1"/>
          </p:nvPr>
        </p:nvSpPr>
        <p:spPr>
          <a:xfrm rot="5400000">
            <a:off x="1799434" y="-596103"/>
            <a:ext cx="5811838" cy="7734301"/>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35"/>
              </a:spcBef>
              <a:spcAft>
                <a:spcPts val="0"/>
              </a:spcAft>
              <a:buClr>
                <a:schemeClr val="dk1"/>
              </a:buClr>
              <a:buSzPts val="1800"/>
              <a:buChar char="•"/>
              <a:defRPr/>
            </a:lvl1pPr>
            <a:lvl2pPr marL="914400" lvl="1" indent="-342900" algn="l">
              <a:lnSpc>
                <a:spcPct val="90000"/>
              </a:lnSpc>
              <a:spcBef>
                <a:spcPts val="518"/>
              </a:spcBef>
              <a:spcAft>
                <a:spcPts val="0"/>
              </a:spcAft>
              <a:buClr>
                <a:schemeClr val="dk1"/>
              </a:buClr>
              <a:buSzPts val="1800"/>
              <a:buChar char="•"/>
              <a:defRPr/>
            </a:lvl2pPr>
            <a:lvl3pPr marL="1371600" lvl="2" indent="-342900" algn="l">
              <a:lnSpc>
                <a:spcPct val="90000"/>
              </a:lnSpc>
              <a:spcBef>
                <a:spcPts val="518"/>
              </a:spcBef>
              <a:spcAft>
                <a:spcPts val="0"/>
              </a:spcAft>
              <a:buClr>
                <a:schemeClr val="dk1"/>
              </a:buClr>
              <a:buSzPts val="1800"/>
              <a:buChar char="•"/>
              <a:defRPr/>
            </a:lvl3pPr>
            <a:lvl4pPr marL="1828800" lvl="3" indent="-342900" algn="l">
              <a:lnSpc>
                <a:spcPct val="90000"/>
              </a:lnSpc>
              <a:spcBef>
                <a:spcPts val="518"/>
              </a:spcBef>
              <a:spcAft>
                <a:spcPts val="0"/>
              </a:spcAft>
              <a:buClr>
                <a:schemeClr val="dk1"/>
              </a:buClr>
              <a:buSzPts val="1800"/>
              <a:buChar char="•"/>
              <a:defRPr/>
            </a:lvl4pPr>
            <a:lvl5pPr marL="2286000" lvl="4" indent="-342900" algn="l">
              <a:lnSpc>
                <a:spcPct val="90000"/>
              </a:lnSpc>
              <a:spcBef>
                <a:spcPts val="518"/>
              </a:spcBef>
              <a:spcAft>
                <a:spcPts val="0"/>
              </a:spcAft>
              <a:buClr>
                <a:schemeClr val="dk1"/>
              </a:buClr>
              <a:buSzPts val="1800"/>
              <a:buChar char="•"/>
              <a:defRPr/>
            </a:lvl5pPr>
            <a:lvl6pPr marL="2743200" lvl="5" indent="-342900" algn="l">
              <a:lnSpc>
                <a:spcPct val="90000"/>
              </a:lnSpc>
              <a:spcBef>
                <a:spcPts val="518"/>
              </a:spcBef>
              <a:spcAft>
                <a:spcPts val="0"/>
              </a:spcAft>
              <a:buClr>
                <a:schemeClr val="dk1"/>
              </a:buClr>
              <a:buSzPts val="1800"/>
              <a:buChar char="•"/>
              <a:defRPr/>
            </a:lvl6pPr>
            <a:lvl7pPr marL="3200400" lvl="6" indent="-342900" algn="l">
              <a:lnSpc>
                <a:spcPct val="90000"/>
              </a:lnSpc>
              <a:spcBef>
                <a:spcPts val="518"/>
              </a:spcBef>
              <a:spcAft>
                <a:spcPts val="0"/>
              </a:spcAft>
              <a:buClr>
                <a:schemeClr val="dk1"/>
              </a:buClr>
              <a:buSzPts val="1800"/>
              <a:buChar char="•"/>
              <a:defRPr/>
            </a:lvl7pPr>
            <a:lvl8pPr marL="3657600" lvl="7" indent="-342900" algn="l">
              <a:lnSpc>
                <a:spcPct val="90000"/>
              </a:lnSpc>
              <a:spcBef>
                <a:spcPts val="518"/>
              </a:spcBef>
              <a:spcAft>
                <a:spcPts val="0"/>
              </a:spcAft>
              <a:buClr>
                <a:schemeClr val="dk1"/>
              </a:buClr>
              <a:buSzPts val="1800"/>
              <a:buChar char="•"/>
              <a:defRPr/>
            </a:lvl8pPr>
            <a:lvl9pPr marL="4114800" lvl="8" indent="-342900" algn="l">
              <a:lnSpc>
                <a:spcPct val="90000"/>
              </a:lnSpc>
              <a:spcBef>
                <a:spcPts val="518"/>
              </a:spcBef>
              <a:spcAft>
                <a:spcPts val="0"/>
              </a:spcAft>
              <a:buClr>
                <a:schemeClr val="dk1"/>
              </a:buClr>
              <a:buSzPts val="1800"/>
              <a:buChar char="•"/>
              <a:defRPr/>
            </a:lvl9pPr>
          </a:lstStyle>
          <a:p>
            <a:endParaRPr/>
          </a:p>
        </p:txBody>
      </p:sp>
      <p:sp>
        <p:nvSpPr>
          <p:cNvPr id="71" name="Google Shape;71;p43"/>
          <p:cNvSpPr txBox="1">
            <a:spLocks noGrp="1"/>
          </p:cNvSpPr>
          <p:nvPr>
            <p:ph type="dt" idx="10"/>
          </p:nvPr>
        </p:nvSpPr>
        <p:spPr>
          <a:xfrm>
            <a:off x="838204" y="6356361"/>
            <a:ext cx="2743201" cy="36512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43"/>
          <p:cNvSpPr txBox="1">
            <a:spLocks noGrp="1"/>
          </p:cNvSpPr>
          <p:nvPr>
            <p:ph type="ftr" idx="11"/>
          </p:nvPr>
        </p:nvSpPr>
        <p:spPr>
          <a:xfrm>
            <a:off x="4038603" y="6356361"/>
            <a:ext cx="4114800" cy="36512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43"/>
          <p:cNvSpPr txBox="1">
            <a:spLocks noGrp="1"/>
          </p:cNvSpPr>
          <p:nvPr>
            <p:ph type="sldNum" idx="12"/>
          </p:nvPr>
        </p:nvSpPr>
        <p:spPr>
          <a:xfrm>
            <a:off x="8610603" y="6356361"/>
            <a:ext cx="2743201" cy="365124"/>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42"/>
              <a:buNone/>
              <a:defRPr sz="1242" b="0" i="0" u="none" strike="noStrike" cap="none">
                <a:solidFill>
                  <a:srgbClr val="888888"/>
                </a:solidFill>
                <a:latin typeface="Calibri"/>
                <a:ea typeface="Calibri"/>
                <a:cs typeface="Calibri"/>
                <a:sym typeface="Calibri"/>
              </a:defRPr>
            </a:lvl1pPr>
            <a:lvl2pPr marL="0" lvl="1" indent="0" algn="r">
              <a:lnSpc>
                <a:spcPct val="100000"/>
              </a:lnSpc>
              <a:spcBef>
                <a:spcPts val="0"/>
              </a:spcBef>
              <a:spcAft>
                <a:spcPts val="0"/>
              </a:spcAft>
              <a:buSzPts val="1242"/>
              <a:buNone/>
              <a:defRPr sz="1242" b="0" i="0" u="none" strike="noStrike" cap="none">
                <a:solidFill>
                  <a:srgbClr val="888888"/>
                </a:solidFill>
                <a:latin typeface="Calibri"/>
                <a:ea typeface="Calibri"/>
                <a:cs typeface="Calibri"/>
                <a:sym typeface="Calibri"/>
              </a:defRPr>
            </a:lvl2pPr>
            <a:lvl3pPr marL="0" lvl="2" indent="0" algn="r">
              <a:lnSpc>
                <a:spcPct val="100000"/>
              </a:lnSpc>
              <a:spcBef>
                <a:spcPts val="0"/>
              </a:spcBef>
              <a:spcAft>
                <a:spcPts val="0"/>
              </a:spcAft>
              <a:buSzPts val="1242"/>
              <a:buNone/>
              <a:defRPr sz="1242" b="0" i="0" u="none" strike="noStrike" cap="none">
                <a:solidFill>
                  <a:srgbClr val="888888"/>
                </a:solidFill>
                <a:latin typeface="Calibri"/>
                <a:ea typeface="Calibri"/>
                <a:cs typeface="Calibri"/>
                <a:sym typeface="Calibri"/>
              </a:defRPr>
            </a:lvl3pPr>
            <a:lvl4pPr marL="0" lvl="3" indent="0" algn="r">
              <a:lnSpc>
                <a:spcPct val="100000"/>
              </a:lnSpc>
              <a:spcBef>
                <a:spcPts val="0"/>
              </a:spcBef>
              <a:spcAft>
                <a:spcPts val="0"/>
              </a:spcAft>
              <a:buSzPts val="1242"/>
              <a:buNone/>
              <a:defRPr sz="1242" b="0" i="0" u="none" strike="noStrike" cap="none">
                <a:solidFill>
                  <a:srgbClr val="888888"/>
                </a:solidFill>
                <a:latin typeface="Calibri"/>
                <a:ea typeface="Calibri"/>
                <a:cs typeface="Calibri"/>
                <a:sym typeface="Calibri"/>
              </a:defRPr>
            </a:lvl4pPr>
            <a:lvl5pPr marL="0" lvl="4" indent="0" algn="r">
              <a:lnSpc>
                <a:spcPct val="100000"/>
              </a:lnSpc>
              <a:spcBef>
                <a:spcPts val="0"/>
              </a:spcBef>
              <a:spcAft>
                <a:spcPts val="0"/>
              </a:spcAft>
              <a:buSzPts val="1242"/>
              <a:buNone/>
              <a:defRPr sz="1242" b="0" i="0" u="none" strike="noStrike" cap="none">
                <a:solidFill>
                  <a:srgbClr val="888888"/>
                </a:solidFill>
                <a:latin typeface="Calibri"/>
                <a:ea typeface="Calibri"/>
                <a:cs typeface="Calibri"/>
                <a:sym typeface="Calibri"/>
              </a:defRPr>
            </a:lvl5pPr>
            <a:lvl6pPr marL="0" lvl="5" indent="0" algn="r">
              <a:lnSpc>
                <a:spcPct val="100000"/>
              </a:lnSpc>
              <a:spcBef>
                <a:spcPts val="0"/>
              </a:spcBef>
              <a:spcAft>
                <a:spcPts val="0"/>
              </a:spcAft>
              <a:buSzPts val="1242"/>
              <a:buNone/>
              <a:defRPr sz="1242" b="0" i="0" u="none" strike="noStrike" cap="none">
                <a:solidFill>
                  <a:srgbClr val="888888"/>
                </a:solidFill>
                <a:latin typeface="Calibri"/>
                <a:ea typeface="Calibri"/>
                <a:cs typeface="Calibri"/>
                <a:sym typeface="Calibri"/>
              </a:defRPr>
            </a:lvl6pPr>
            <a:lvl7pPr marL="0" lvl="6" indent="0" algn="r">
              <a:lnSpc>
                <a:spcPct val="100000"/>
              </a:lnSpc>
              <a:spcBef>
                <a:spcPts val="0"/>
              </a:spcBef>
              <a:spcAft>
                <a:spcPts val="0"/>
              </a:spcAft>
              <a:buSzPts val="1242"/>
              <a:buNone/>
              <a:defRPr sz="1242" b="0" i="0" u="none" strike="noStrike" cap="none">
                <a:solidFill>
                  <a:srgbClr val="888888"/>
                </a:solidFill>
                <a:latin typeface="Calibri"/>
                <a:ea typeface="Calibri"/>
                <a:cs typeface="Calibri"/>
                <a:sym typeface="Calibri"/>
              </a:defRPr>
            </a:lvl7pPr>
            <a:lvl8pPr marL="0" lvl="7" indent="0" algn="r">
              <a:lnSpc>
                <a:spcPct val="100000"/>
              </a:lnSpc>
              <a:spcBef>
                <a:spcPts val="0"/>
              </a:spcBef>
              <a:spcAft>
                <a:spcPts val="0"/>
              </a:spcAft>
              <a:buSzPts val="1242"/>
              <a:buNone/>
              <a:defRPr sz="1242" b="0" i="0" u="none" strike="noStrike" cap="none">
                <a:solidFill>
                  <a:srgbClr val="888888"/>
                </a:solidFill>
                <a:latin typeface="Calibri"/>
                <a:ea typeface="Calibri"/>
                <a:cs typeface="Calibri"/>
                <a:sym typeface="Calibri"/>
              </a:defRPr>
            </a:lvl8pPr>
            <a:lvl9pPr marL="0" lvl="8" indent="0" algn="r">
              <a:lnSpc>
                <a:spcPct val="100000"/>
              </a:lnSpc>
              <a:spcBef>
                <a:spcPts val="0"/>
              </a:spcBef>
              <a:spcAft>
                <a:spcPts val="0"/>
              </a:spcAft>
              <a:buSzPts val="1242"/>
              <a:buNone/>
              <a:defRPr sz="1242"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33"/>
          <p:cNvSpPr txBox="1">
            <a:spLocks noGrp="1"/>
          </p:cNvSpPr>
          <p:nvPr>
            <p:ph type="title"/>
          </p:nvPr>
        </p:nvSpPr>
        <p:spPr>
          <a:xfrm>
            <a:off x="838201" y="365130"/>
            <a:ext cx="10515600" cy="1325563"/>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33"/>
          <p:cNvSpPr txBox="1">
            <a:spLocks noGrp="1"/>
          </p:cNvSpPr>
          <p:nvPr>
            <p:ph type="body" idx="1"/>
          </p:nvPr>
        </p:nvSpPr>
        <p:spPr>
          <a:xfrm>
            <a:off x="838201" y="1825625"/>
            <a:ext cx="10515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33"/>
          <p:cNvSpPr txBox="1">
            <a:spLocks noGrp="1"/>
          </p:cNvSpPr>
          <p:nvPr>
            <p:ph type="dt" idx="10"/>
          </p:nvPr>
        </p:nvSpPr>
        <p:spPr>
          <a:xfrm>
            <a:off x="838204" y="6356361"/>
            <a:ext cx="2743201" cy="365124"/>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42"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62"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62"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62"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62"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62"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62"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62"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62" b="0" i="0" u="none" strike="noStrike" cap="none">
                <a:solidFill>
                  <a:schemeClr val="dk1"/>
                </a:solidFill>
                <a:latin typeface="Calibri"/>
                <a:ea typeface="Calibri"/>
                <a:cs typeface="Calibri"/>
                <a:sym typeface="Calibri"/>
              </a:defRPr>
            </a:lvl9pPr>
          </a:lstStyle>
          <a:p>
            <a:endParaRPr/>
          </a:p>
        </p:txBody>
      </p:sp>
      <p:sp>
        <p:nvSpPr>
          <p:cNvPr id="9" name="Google Shape;9;p33"/>
          <p:cNvSpPr txBox="1">
            <a:spLocks noGrp="1"/>
          </p:cNvSpPr>
          <p:nvPr>
            <p:ph type="ftr" idx="11"/>
          </p:nvPr>
        </p:nvSpPr>
        <p:spPr>
          <a:xfrm>
            <a:off x="4038603" y="6356361"/>
            <a:ext cx="4114800" cy="365124"/>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42"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62"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62"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62"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62"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62"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62"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62"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62" b="0" i="0" u="none" strike="noStrike" cap="none">
                <a:solidFill>
                  <a:schemeClr val="dk1"/>
                </a:solidFill>
                <a:latin typeface="Calibri"/>
                <a:ea typeface="Calibri"/>
                <a:cs typeface="Calibri"/>
                <a:sym typeface="Calibri"/>
              </a:defRPr>
            </a:lvl9pPr>
          </a:lstStyle>
          <a:p>
            <a:endParaRPr/>
          </a:p>
        </p:txBody>
      </p:sp>
      <p:sp>
        <p:nvSpPr>
          <p:cNvPr id="10" name="Google Shape;10;p33"/>
          <p:cNvSpPr txBox="1">
            <a:spLocks noGrp="1"/>
          </p:cNvSpPr>
          <p:nvPr>
            <p:ph type="sldNum" idx="12"/>
          </p:nvPr>
        </p:nvSpPr>
        <p:spPr>
          <a:xfrm>
            <a:off x="8610603" y="6356361"/>
            <a:ext cx="2743201" cy="365124"/>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42"/>
              <a:buFont typeface="Arial"/>
              <a:buNone/>
              <a:defRPr sz="1242"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42"/>
              <a:buFont typeface="Arial"/>
              <a:buNone/>
              <a:defRPr sz="1242"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42"/>
              <a:buFont typeface="Arial"/>
              <a:buNone/>
              <a:defRPr sz="1242"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42"/>
              <a:buFont typeface="Arial"/>
              <a:buNone/>
              <a:defRPr sz="1242"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42"/>
              <a:buFont typeface="Arial"/>
              <a:buNone/>
              <a:defRPr sz="1242"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42"/>
              <a:buFont typeface="Arial"/>
              <a:buNone/>
              <a:defRPr sz="1242"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42"/>
              <a:buFont typeface="Arial"/>
              <a:buNone/>
              <a:defRPr sz="1242"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42"/>
              <a:buFont typeface="Arial"/>
              <a:buNone/>
              <a:defRPr sz="1242"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42"/>
              <a:buFont typeface="Arial"/>
              <a:buNone/>
              <a:defRPr sz="1242"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g"/><Relationship Id="rId5" Type="http://schemas.openxmlformats.org/officeDocument/2006/relationships/image" Target="../media/image3.jp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31.png"/><Relationship Id="rId4" Type="http://schemas.openxmlformats.org/officeDocument/2006/relationships/notesSlide" Target="../notesSlides/notesSlide27.xml"/></Relationships>
</file>

<file path=ppt/slides/_rels/slide30.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www.physiolab.co.kr/" TargetMode="External"/><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7"/>
        <p:cNvGrpSpPr/>
        <p:nvPr/>
      </p:nvGrpSpPr>
      <p:grpSpPr>
        <a:xfrm>
          <a:off x="0" y="0"/>
          <a:ext cx="0" cy="0"/>
          <a:chOff x="0" y="0"/>
          <a:chExt cx="0" cy="0"/>
        </a:xfrm>
      </p:grpSpPr>
      <p:sp>
        <p:nvSpPr>
          <p:cNvPr id="78" name="Google Shape;78;p1"/>
          <p:cNvSpPr txBox="1"/>
          <p:nvPr/>
        </p:nvSpPr>
        <p:spPr>
          <a:xfrm>
            <a:off x="69972" y="2762097"/>
            <a:ext cx="5441962" cy="1842024"/>
          </a:xfrm>
          <a:prstGeom prst="rect">
            <a:avLst/>
          </a:prstGeom>
          <a:noFill/>
          <a:ln>
            <a:noFill/>
          </a:ln>
        </p:spPr>
        <p:txBody>
          <a:bodyPr spcFirstLastPara="1" wrap="square" lIns="94625" tIns="47300" rIns="94625" bIns="47300" anchor="t" anchorCtr="0">
            <a:noAutofit/>
          </a:bodyPr>
          <a:lstStyle/>
          <a:p>
            <a:pPr marL="0" marR="0" lvl="0" indent="0" algn="ctr" rtl="0">
              <a:lnSpc>
                <a:spcPct val="100000"/>
              </a:lnSpc>
              <a:spcBef>
                <a:spcPts val="0"/>
              </a:spcBef>
              <a:spcAft>
                <a:spcPts val="0"/>
              </a:spcAft>
              <a:buNone/>
            </a:pPr>
            <a:r>
              <a:rPr lang="en-US" sz="3500" b="1" i="0" u="none" strike="noStrike" cap="none" dirty="0">
                <a:solidFill>
                  <a:srgbClr val="000000"/>
                </a:solidFill>
                <a:latin typeface="Times New Roman"/>
                <a:ea typeface="Times New Roman"/>
                <a:cs typeface="Times New Roman"/>
                <a:sym typeface="Times New Roman"/>
              </a:rPr>
              <a:t>It’s in Your Eyes</a:t>
            </a:r>
            <a:endParaRPr sz="3500" b="1" i="0" u="none" strike="noStrike" cap="none" dirty="0">
              <a:solidFill>
                <a:srgbClr val="00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None/>
            </a:pPr>
            <a:r>
              <a:rPr lang="en-US" sz="2500" b="1" i="0" u="none" strike="noStrike" cap="none" dirty="0">
                <a:solidFill>
                  <a:srgbClr val="000000"/>
                </a:solidFill>
                <a:latin typeface="Times New Roman"/>
                <a:ea typeface="Times New Roman"/>
                <a:cs typeface="Times New Roman"/>
                <a:sym typeface="Times New Roman"/>
              </a:rPr>
              <a:t>Awareness and Control HCI Using EOG Signal</a:t>
            </a:r>
            <a:endParaRPr sz="2500" dirty="0"/>
          </a:p>
          <a:p>
            <a:pPr marL="0" marR="0" lvl="0" indent="0" algn="l" rtl="0">
              <a:lnSpc>
                <a:spcPct val="90000"/>
              </a:lnSpc>
              <a:spcBef>
                <a:spcPts val="0"/>
              </a:spcBef>
              <a:spcAft>
                <a:spcPts val="0"/>
              </a:spcAft>
              <a:buNone/>
            </a:pPr>
            <a:endParaRPr sz="1448" b="0" i="0" u="none" strike="noStrike" cap="none" dirty="0">
              <a:solidFill>
                <a:srgbClr val="000000"/>
              </a:solidFill>
              <a:latin typeface="Arial"/>
              <a:ea typeface="Arial"/>
              <a:cs typeface="Arial"/>
              <a:sym typeface="Arial"/>
            </a:endParaRPr>
          </a:p>
        </p:txBody>
      </p:sp>
      <p:cxnSp>
        <p:nvCxnSpPr>
          <p:cNvPr id="79" name="Google Shape;79;p1"/>
          <p:cNvCxnSpPr/>
          <p:nvPr/>
        </p:nvCxnSpPr>
        <p:spPr>
          <a:xfrm>
            <a:off x="464756" y="2277513"/>
            <a:ext cx="4258925" cy="0"/>
          </a:xfrm>
          <a:prstGeom prst="straightConnector1">
            <a:avLst/>
          </a:prstGeom>
          <a:noFill/>
          <a:ln w="19050" cap="sq" cmpd="sng">
            <a:solidFill>
              <a:schemeClr val="dk1"/>
            </a:solidFill>
            <a:prstDash val="solid"/>
            <a:miter lim="800000"/>
            <a:headEnd type="none" w="sm" len="sm"/>
            <a:tailEnd type="none" w="sm" len="sm"/>
          </a:ln>
        </p:spPr>
      </p:cxnSp>
      <p:sp>
        <p:nvSpPr>
          <p:cNvPr id="80" name="Google Shape;80;p1"/>
          <p:cNvSpPr/>
          <p:nvPr/>
        </p:nvSpPr>
        <p:spPr>
          <a:xfrm rot="1720937">
            <a:off x="2432445" y="388467"/>
            <a:ext cx="1367590" cy="717410"/>
          </a:xfrm>
          <a:prstGeom prst="triangle">
            <a:avLst>
              <a:gd name="adj" fmla="val 50000"/>
            </a:avLst>
          </a:prstGeom>
          <a:solidFill>
            <a:srgbClr val="757070">
              <a:alpha val="27450"/>
            </a:srgbClr>
          </a:solidFill>
          <a:ln>
            <a:noFill/>
          </a:ln>
        </p:spPr>
        <p:txBody>
          <a:bodyPr spcFirstLastPara="1" wrap="square" lIns="94625" tIns="47300" rIns="94625" bIns="47300" anchor="ctr" anchorCtr="0">
            <a:noAutofit/>
          </a:bodyPr>
          <a:lstStyle/>
          <a:p>
            <a:pPr marL="0" marR="0" lvl="0" indent="0" algn="ctr" rtl="0">
              <a:lnSpc>
                <a:spcPct val="100000"/>
              </a:lnSpc>
              <a:spcBef>
                <a:spcPts val="0"/>
              </a:spcBef>
              <a:spcAft>
                <a:spcPts val="0"/>
              </a:spcAft>
              <a:buNone/>
            </a:pPr>
            <a:endParaRPr sz="1862" b="0" i="0" u="none" strike="noStrike" cap="none">
              <a:solidFill>
                <a:schemeClr val="lt1"/>
              </a:solidFill>
              <a:latin typeface="Calibri"/>
              <a:ea typeface="Calibri"/>
              <a:cs typeface="Calibri"/>
              <a:sym typeface="Calibri"/>
            </a:endParaRPr>
          </a:p>
        </p:txBody>
      </p:sp>
      <p:sp>
        <p:nvSpPr>
          <p:cNvPr id="81" name="Google Shape;81;p1"/>
          <p:cNvSpPr/>
          <p:nvPr/>
        </p:nvSpPr>
        <p:spPr>
          <a:xfrm rot="-613015">
            <a:off x="1832157" y="543014"/>
            <a:ext cx="712166" cy="622993"/>
          </a:xfrm>
          <a:prstGeom prst="triangle">
            <a:avLst>
              <a:gd name="adj" fmla="val 50000"/>
            </a:avLst>
          </a:prstGeom>
          <a:solidFill>
            <a:srgbClr val="EC747F"/>
          </a:solidFill>
          <a:ln w="9525" cap="flat" cmpd="sng">
            <a:solidFill>
              <a:srgbClr val="EC747F"/>
            </a:solidFill>
            <a:prstDash val="solid"/>
            <a:round/>
            <a:headEnd type="none" w="sm" len="sm"/>
            <a:tailEnd type="none" w="sm" len="sm"/>
          </a:ln>
        </p:spPr>
        <p:txBody>
          <a:bodyPr spcFirstLastPara="1" wrap="square" lIns="94625" tIns="47300" rIns="94625" bIns="47300" anchor="ctr" anchorCtr="0">
            <a:noAutofit/>
          </a:bodyPr>
          <a:lstStyle/>
          <a:p>
            <a:pPr marL="0" marR="0" lvl="0" indent="0" algn="ctr" rtl="0">
              <a:lnSpc>
                <a:spcPct val="100000"/>
              </a:lnSpc>
              <a:spcBef>
                <a:spcPts val="0"/>
              </a:spcBef>
              <a:spcAft>
                <a:spcPts val="0"/>
              </a:spcAft>
              <a:buNone/>
            </a:pPr>
            <a:endParaRPr sz="1862" b="0" i="0" u="none" strike="noStrike" cap="none">
              <a:solidFill>
                <a:schemeClr val="lt1"/>
              </a:solidFill>
              <a:latin typeface="Calibri"/>
              <a:ea typeface="Calibri"/>
              <a:cs typeface="Calibri"/>
              <a:sym typeface="Calibri"/>
            </a:endParaRPr>
          </a:p>
        </p:txBody>
      </p:sp>
      <p:sp>
        <p:nvSpPr>
          <p:cNvPr id="82" name="Google Shape;82;p1"/>
          <p:cNvSpPr txBox="1"/>
          <p:nvPr/>
        </p:nvSpPr>
        <p:spPr>
          <a:xfrm>
            <a:off x="41867" y="63395"/>
            <a:ext cx="1740682" cy="31515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48" b="0" i="0" u="none" strike="noStrike" cap="none">
              <a:solidFill>
                <a:srgbClr val="000000"/>
              </a:solidFill>
              <a:latin typeface="Arial"/>
              <a:ea typeface="Arial"/>
              <a:cs typeface="Arial"/>
              <a:sym typeface="Arial"/>
            </a:endParaRPr>
          </a:p>
        </p:txBody>
      </p:sp>
      <p:pic>
        <p:nvPicPr>
          <p:cNvPr id="83" name="Google Shape;83;p1"/>
          <p:cNvPicPr preferRelativeResize="0"/>
          <p:nvPr/>
        </p:nvPicPr>
        <p:blipFill rotWithShape="1">
          <a:blip r:embed="rId3">
            <a:alphaModFix/>
          </a:blip>
          <a:srcRect/>
          <a:stretch/>
        </p:blipFill>
        <p:spPr>
          <a:xfrm>
            <a:off x="69972" y="11248"/>
            <a:ext cx="1292514" cy="1292514"/>
          </a:xfrm>
          <a:prstGeom prst="rect">
            <a:avLst/>
          </a:prstGeom>
          <a:noFill/>
          <a:ln>
            <a:noFill/>
          </a:ln>
        </p:spPr>
      </p:pic>
      <p:sp>
        <p:nvSpPr>
          <p:cNvPr id="84" name="Google Shape;84;p1"/>
          <p:cNvSpPr txBox="1">
            <a:spLocks noGrp="1"/>
          </p:cNvSpPr>
          <p:nvPr>
            <p:ph type="sldNum" idx="12"/>
          </p:nvPr>
        </p:nvSpPr>
        <p:spPr>
          <a:xfrm>
            <a:off x="8610603" y="6356361"/>
            <a:ext cx="2743201" cy="36512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a:t>
            </a:fld>
            <a:endParaRPr/>
          </a:p>
        </p:txBody>
      </p:sp>
      <p:sp>
        <p:nvSpPr>
          <p:cNvPr id="85" name="Google Shape;85;p1"/>
          <p:cNvSpPr/>
          <p:nvPr/>
        </p:nvSpPr>
        <p:spPr>
          <a:xfrm flipH="1">
            <a:off x="5919302" y="-332236"/>
            <a:ext cx="6809932" cy="7501186"/>
          </a:xfrm>
          <a:prstGeom prst="flowChartDelay">
            <a:avLst/>
          </a:prstGeom>
          <a:noFill/>
          <a:ln w="57150" cap="flat" cmpd="sng">
            <a:solidFill>
              <a:srgbClr val="EC747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48" b="0" i="0" u="none" strike="noStrike" cap="none">
              <a:solidFill>
                <a:schemeClr val="accent1"/>
              </a:solidFill>
              <a:latin typeface="Arial"/>
              <a:ea typeface="Arial"/>
              <a:cs typeface="Arial"/>
              <a:sym typeface="Arial"/>
            </a:endParaRPr>
          </a:p>
        </p:txBody>
      </p:sp>
      <p:pic>
        <p:nvPicPr>
          <p:cNvPr id="86" name="Google Shape;86;p1"/>
          <p:cNvPicPr preferRelativeResize="0"/>
          <p:nvPr/>
        </p:nvPicPr>
        <p:blipFill rotWithShape="1">
          <a:blip r:embed="rId4">
            <a:alphaModFix/>
          </a:blip>
          <a:srcRect b="5977"/>
          <a:stretch/>
        </p:blipFill>
        <p:spPr>
          <a:xfrm flipH="1">
            <a:off x="6391759" y="-130747"/>
            <a:ext cx="6013760" cy="7098209"/>
          </a:xfrm>
          <a:prstGeom prst="flowChartDelay">
            <a:avLst/>
          </a:prstGeom>
          <a:noFill/>
          <a:ln>
            <a:noFill/>
          </a:ln>
        </p:spPr>
      </p:pic>
      <p:pic>
        <p:nvPicPr>
          <p:cNvPr id="87" name="Google Shape;87;p1"/>
          <p:cNvPicPr preferRelativeResize="0"/>
          <p:nvPr/>
        </p:nvPicPr>
        <p:blipFill rotWithShape="1">
          <a:blip r:embed="rId5">
            <a:alphaModFix/>
          </a:blip>
          <a:srcRect/>
          <a:stretch/>
        </p:blipFill>
        <p:spPr>
          <a:xfrm flipH="1">
            <a:off x="6391759" y="-120104"/>
            <a:ext cx="6013760" cy="7087566"/>
          </a:xfrm>
          <a:prstGeom prst="flowChartDelay">
            <a:avLst/>
          </a:prstGeom>
          <a:noFill/>
          <a:ln>
            <a:noFill/>
          </a:ln>
        </p:spPr>
      </p:pic>
      <p:sp>
        <p:nvSpPr>
          <p:cNvPr id="88" name="Google Shape;88;p1"/>
          <p:cNvSpPr txBox="1"/>
          <p:nvPr/>
        </p:nvSpPr>
        <p:spPr>
          <a:xfrm>
            <a:off x="377998" y="4894960"/>
            <a:ext cx="5541304" cy="1631175"/>
          </a:xfrm>
          <a:prstGeom prst="rect">
            <a:avLst/>
          </a:prstGeom>
          <a:noFill/>
          <a:ln>
            <a:noFill/>
          </a:ln>
        </p:spPr>
        <p:txBody>
          <a:bodyPr spcFirstLastPara="1" wrap="square" lIns="91425" tIns="45700" rIns="91425" bIns="45700" anchor="t" anchorCtr="0">
            <a:spAutoFit/>
          </a:bodyPr>
          <a:lstStyle/>
          <a:p>
            <a:pPr marL="96939" marR="0" lvl="0" indent="54216" algn="ctr" rtl="0">
              <a:lnSpc>
                <a:spcPct val="100000"/>
              </a:lnSpc>
              <a:spcBef>
                <a:spcPts val="0"/>
              </a:spcBef>
              <a:spcAft>
                <a:spcPts val="0"/>
              </a:spcAft>
              <a:buNone/>
            </a:pPr>
            <a:r>
              <a:rPr lang="en-US" sz="2000" b="0" i="0" u="none" strike="noStrike" cap="none" dirty="0">
                <a:solidFill>
                  <a:srgbClr val="F64C7D"/>
                </a:solidFill>
                <a:latin typeface="Times New Roman" panose="02020603050405020304" pitchFamily="18" charset="0"/>
                <a:ea typeface="Times New Roman"/>
                <a:cs typeface="Times New Roman" panose="02020603050405020304" pitchFamily="18" charset="0"/>
                <a:sym typeface="Times New Roman"/>
              </a:rPr>
              <a:t>Bioinformatics Department</a:t>
            </a:r>
            <a:endParaRPr sz="2000" b="0" i="0" u="none" strike="noStrike" cap="none" dirty="0">
              <a:solidFill>
                <a:srgbClr val="F64C7D"/>
              </a:solidFill>
              <a:latin typeface="Times New Roman" panose="02020603050405020304" pitchFamily="18" charset="0"/>
              <a:cs typeface="Times New Roman" panose="02020603050405020304" pitchFamily="18" charset="0"/>
              <a:sym typeface="Arial"/>
            </a:endParaRPr>
          </a:p>
          <a:p>
            <a:pPr marL="96939" marR="0" lvl="0" indent="54216" algn="ctr" rtl="0">
              <a:lnSpc>
                <a:spcPct val="100000"/>
              </a:lnSpc>
              <a:spcBef>
                <a:spcPts val="0"/>
              </a:spcBef>
              <a:spcAft>
                <a:spcPts val="0"/>
              </a:spcAft>
              <a:buNone/>
            </a:pPr>
            <a:r>
              <a:rPr lang="en-US" sz="2000" b="0" i="0" u="none" strike="noStrike" cap="none" dirty="0">
                <a:solidFill>
                  <a:srgbClr val="F64C7D"/>
                </a:solidFill>
                <a:latin typeface="Times New Roman" panose="02020603050405020304" pitchFamily="18" charset="0"/>
                <a:ea typeface="Times New Roman"/>
                <a:cs typeface="Times New Roman" panose="02020603050405020304" pitchFamily="18" charset="0"/>
                <a:sym typeface="Times New Roman"/>
              </a:rPr>
              <a:t>Faculty of Computer &amp; Information Science</a:t>
            </a:r>
            <a:endParaRPr sz="2000" b="0" i="0" u="none" strike="noStrike" cap="none" dirty="0">
              <a:solidFill>
                <a:srgbClr val="F64C7D"/>
              </a:solidFill>
              <a:latin typeface="Times New Roman" panose="02020603050405020304" pitchFamily="18" charset="0"/>
              <a:cs typeface="Times New Roman" panose="02020603050405020304" pitchFamily="18" charset="0"/>
              <a:sym typeface="Arial"/>
            </a:endParaRPr>
          </a:p>
          <a:p>
            <a:pPr marL="96939" marR="0" lvl="0" indent="54216" algn="ctr" rtl="0">
              <a:lnSpc>
                <a:spcPct val="100000"/>
              </a:lnSpc>
              <a:spcBef>
                <a:spcPts val="0"/>
              </a:spcBef>
              <a:spcAft>
                <a:spcPts val="0"/>
              </a:spcAft>
              <a:buNone/>
            </a:pPr>
            <a:r>
              <a:rPr lang="en-US" sz="2000" b="0" i="0" u="none" strike="noStrike" cap="none" dirty="0">
                <a:solidFill>
                  <a:srgbClr val="F64C7D"/>
                </a:solidFill>
                <a:latin typeface="Times New Roman" panose="02020603050405020304" pitchFamily="18" charset="0"/>
                <a:ea typeface="Times New Roman"/>
                <a:cs typeface="Times New Roman" panose="02020603050405020304" pitchFamily="18" charset="0"/>
                <a:sym typeface="Times New Roman"/>
              </a:rPr>
              <a:t>Ain Shams University</a:t>
            </a:r>
            <a:endParaRPr sz="2000" b="0" i="0" u="none" strike="noStrike" cap="none" dirty="0">
              <a:solidFill>
                <a:srgbClr val="F64C7D"/>
              </a:solidFill>
              <a:latin typeface="Times New Roman" panose="02020603050405020304" pitchFamily="18" charset="0"/>
              <a:cs typeface="Times New Roman" panose="02020603050405020304" pitchFamily="18" charset="0"/>
              <a:sym typeface="Arial"/>
            </a:endParaRPr>
          </a:p>
          <a:p>
            <a:pPr marL="0" marR="0" lvl="0" indent="0" algn="l" rtl="0">
              <a:lnSpc>
                <a:spcPct val="100000"/>
              </a:lnSpc>
              <a:spcBef>
                <a:spcPts val="0"/>
              </a:spcBef>
              <a:spcAft>
                <a:spcPts val="0"/>
              </a:spcAft>
              <a:buNone/>
            </a:pPr>
            <a:br>
              <a:rPr lang="en-US" sz="2000" b="0" i="0" u="none" strike="noStrike" cap="none" dirty="0">
                <a:solidFill>
                  <a:srgbClr val="000000"/>
                </a:solidFill>
                <a:latin typeface="Times New Roman" panose="02020603050405020304" pitchFamily="18" charset="0"/>
                <a:cs typeface="Times New Roman" panose="02020603050405020304" pitchFamily="18" charset="0"/>
                <a:sym typeface="Arial"/>
              </a:rPr>
            </a:br>
            <a:endParaRPr sz="20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pic>
        <p:nvPicPr>
          <p:cNvPr id="6" name="image6.jpg" descr="A logo for a company&#10;&#10;Description automatically generated with low confidence">
            <a:extLst>
              <a:ext uri="{FF2B5EF4-FFF2-40B4-BE49-F238E27FC236}">
                <a16:creationId xmlns:a16="http://schemas.microsoft.com/office/drawing/2014/main" id="{8CCBD985-D08A-C2BD-9AAF-10FB47270A4F}"/>
              </a:ext>
            </a:extLst>
          </p:cNvPr>
          <p:cNvPicPr/>
          <p:nvPr/>
        </p:nvPicPr>
        <p:blipFill>
          <a:blip r:embed="rId6"/>
          <a:srcRect/>
          <a:stretch>
            <a:fillRect/>
          </a:stretch>
        </p:blipFill>
        <p:spPr>
          <a:xfrm>
            <a:off x="5559583" y="6099424"/>
            <a:ext cx="1191895" cy="717550"/>
          </a:xfrm>
          <a:prstGeom prst="rect">
            <a:avLst/>
          </a:prstGeom>
          <a:ln/>
        </p:spPr>
      </p:pic>
      <p:pic>
        <p:nvPicPr>
          <p:cNvPr id="7" name="image35.jpg" descr="A close-up of a logo&#10;&#10;Description automatically generated with medium confidence">
            <a:extLst>
              <a:ext uri="{FF2B5EF4-FFF2-40B4-BE49-F238E27FC236}">
                <a16:creationId xmlns:a16="http://schemas.microsoft.com/office/drawing/2014/main" id="{25DB52BB-4B2E-4CDB-8B12-E48584C8415A}"/>
              </a:ext>
            </a:extLst>
          </p:cNvPr>
          <p:cNvPicPr/>
          <p:nvPr/>
        </p:nvPicPr>
        <p:blipFill>
          <a:blip r:embed="rId7"/>
          <a:srcRect/>
          <a:stretch>
            <a:fillRect/>
          </a:stretch>
        </p:blipFill>
        <p:spPr>
          <a:xfrm>
            <a:off x="325233" y="6108949"/>
            <a:ext cx="1046480" cy="698500"/>
          </a:xfrm>
          <a:prstGeom prst="rect">
            <a:avLst/>
          </a:prstGeom>
          <a:ln/>
        </p:spPr>
      </p:pic>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rot="-4306075" flipH="1">
            <a:off x="6826690" y="2286889"/>
            <a:ext cx="4777871" cy="4118853"/>
          </a:xfrm>
          <a:prstGeom prst="triangle">
            <a:avLst>
              <a:gd name="adj" fmla="val 50000"/>
            </a:avLst>
          </a:prstGeom>
          <a:solidFill>
            <a:srgbClr val="AEABAB"/>
          </a:solidFill>
          <a:ln>
            <a:noFill/>
          </a:ln>
        </p:spPr>
        <p:txBody>
          <a:bodyPr spcFirstLastPara="1" wrap="square" lIns="94625" tIns="47300" rIns="94625" bIns="47300" anchor="ctr" anchorCtr="0">
            <a:noAutofit/>
          </a:bodyPr>
          <a:lstStyle/>
          <a:p>
            <a:pPr marL="0" marR="0" lvl="0" indent="0" algn="ctr" rtl="0">
              <a:lnSpc>
                <a:spcPct val="100000"/>
              </a:lnSpc>
              <a:spcBef>
                <a:spcPts val="0"/>
              </a:spcBef>
              <a:spcAft>
                <a:spcPts val="0"/>
              </a:spcAft>
              <a:buNone/>
            </a:pPr>
            <a:endParaRPr sz="1862" b="0" i="0" u="none" strike="noStrike" cap="none">
              <a:solidFill>
                <a:schemeClr val="lt1"/>
              </a:solidFill>
              <a:latin typeface="Calibri"/>
              <a:ea typeface="Calibri"/>
              <a:cs typeface="Calibri"/>
              <a:sym typeface="Calibri"/>
            </a:endParaRPr>
          </a:p>
        </p:txBody>
      </p:sp>
      <p:sp>
        <p:nvSpPr>
          <p:cNvPr id="94" name="Google Shape;94;p2"/>
          <p:cNvSpPr/>
          <p:nvPr/>
        </p:nvSpPr>
        <p:spPr>
          <a:xfrm rot="-8271005" flipH="1">
            <a:off x="7046438" y="1026946"/>
            <a:ext cx="4624973" cy="4223423"/>
          </a:xfrm>
          <a:prstGeom prst="triangle">
            <a:avLst>
              <a:gd name="adj" fmla="val 50000"/>
            </a:avLst>
          </a:prstGeom>
          <a:solidFill>
            <a:srgbClr val="EC747F"/>
          </a:solidFill>
          <a:ln>
            <a:noFill/>
          </a:ln>
        </p:spPr>
        <p:txBody>
          <a:bodyPr spcFirstLastPara="1" wrap="square" lIns="94625" tIns="47300" rIns="94625" bIns="47300" anchor="ctr" anchorCtr="0">
            <a:noAutofit/>
          </a:bodyPr>
          <a:lstStyle/>
          <a:p>
            <a:pPr marL="0" marR="0" lvl="0" indent="0" algn="ctr" rtl="0">
              <a:lnSpc>
                <a:spcPct val="100000"/>
              </a:lnSpc>
              <a:spcBef>
                <a:spcPts val="0"/>
              </a:spcBef>
              <a:spcAft>
                <a:spcPts val="0"/>
              </a:spcAft>
              <a:buNone/>
            </a:pPr>
            <a:endParaRPr sz="1862" b="0" i="0" u="none" strike="noStrike" cap="none">
              <a:solidFill>
                <a:schemeClr val="lt1"/>
              </a:solidFill>
              <a:latin typeface="Calibri"/>
              <a:ea typeface="Calibri"/>
              <a:cs typeface="Calibri"/>
              <a:sym typeface="Calibri"/>
            </a:endParaRPr>
          </a:p>
        </p:txBody>
      </p:sp>
      <p:sp>
        <p:nvSpPr>
          <p:cNvPr id="95" name="Google Shape;95;p2"/>
          <p:cNvSpPr/>
          <p:nvPr/>
        </p:nvSpPr>
        <p:spPr>
          <a:xfrm>
            <a:off x="955257" y="1933139"/>
            <a:ext cx="6403281" cy="2875482"/>
          </a:xfrm>
          <a:prstGeom prst="ellipse">
            <a:avLst/>
          </a:prstGeom>
          <a:solidFill>
            <a:schemeClr val="lt1"/>
          </a:solidFill>
          <a:ln>
            <a:noFill/>
          </a:ln>
        </p:spPr>
        <p:txBody>
          <a:bodyPr spcFirstLastPara="1" wrap="square" lIns="94625" tIns="47300" rIns="94625" bIns="47300" anchor="ctr" anchorCtr="0">
            <a:noAutofit/>
          </a:bodyPr>
          <a:lstStyle/>
          <a:p>
            <a:pPr marL="0" marR="0" lvl="0" indent="0" rtl="0">
              <a:lnSpc>
                <a:spcPct val="100000"/>
              </a:lnSpc>
              <a:spcBef>
                <a:spcPts val="0"/>
              </a:spcBef>
              <a:spcAft>
                <a:spcPts val="0"/>
              </a:spcAft>
              <a:buNone/>
            </a:pPr>
            <a:r>
              <a:rPr lang="en-US" sz="4000" b="0" i="0" u="none" strike="noStrike" cap="none" dirty="0">
                <a:solidFill>
                  <a:srgbClr val="222A35"/>
                </a:solidFill>
                <a:latin typeface="Times New Roman" panose="02020603050405020304" pitchFamily="18" charset="0"/>
                <a:ea typeface="Times New Roman"/>
                <a:cs typeface="Times New Roman" panose="02020603050405020304" pitchFamily="18" charset="0"/>
                <a:sym typeface="Times New Roman"/>
              </a:rPr>
              <a:t>Under Supervision</a:t>
            </a:r>
            <a:br>
              <a:rPr lang="en-US" sz="4000" b="1" i="0" u="none" strike="noStrike" cap="none" dirty="0">
                <a:solidFill>
                  <a:srgbClr val="222A35"/>
                </a:solidFill>
                <a:latin typeface="Times New Roman" panose="02020603050405020304" pitchFamily="18" charset="0"/>
                <a:ea typeface="Times New Roman"/>
                <a:cs typeface="Times New Roman" panose="02020603050405020304" pitchFamily="18" charset="0"/>
                <a:sym typeface="Times New Roman"/>
              </a:rPr>
            </a:br>
            <a:endParaRPr lang="en-US" sz="4000" b="1" dirty="0">
              <a:solidFill>
                <a:srgbClr val="0070C0"/>
              </a:solidFill>
              <a:latin typeface="Times New Roman" panose="02020603050405020304" pitchFamily="18" charset="0"/>
              <a:ea typeface="Times New Roman"/>
              <a:cs typeface="Times New Roman" panose="02020603050405020304" pitchFamily="18" charset="0"/>
              <a:sym typeface="Times New Roman"/>
            </a:endParaRPr>
          </a:p>
          <a:p>
            <a:pPr marL="0" marR="0" lvl="0" indent="0" rtl="0">
              <a:lnSpc>
                <a:spcPct val="100000"/>
              </a:lnSpc>
              <a:spcBef>
                <a:spcPts val="0"/>
              </a:spcBef>
              <a:spcAft>
                <a:spcPts val="0"/>
              </a:spcAft>
              <a:buNone/>
            </a:pPr>
            <a:r>
              <a:rPr lang="en-US" sz="2500"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Dr. Manal Mohsen </a:t>
            </a:r>
            <a:r>
              <a:rPr lang="en-US" sz="2500" b="0" i="0" u="none" strike="noStrike" cap="none" dirty="0" err="1">
                <a:solidFill>
                  <a:schemeClr val="dk1"/>
                </a:solidFill>
                <a:latin typeface="Times New Roman" panose="02020603050405020304" pitchFamily="18" charset="0"/>
                <a:ea typeface="Times New Roman"/>
                <a:cs typeface="Times New Roman" panose="02020603050405020304" pitchFamily="18" charset="0"/>
                <a:sym typeface="Times New Roman"/>
              </a:rPr>
              <a:t>Tantawi</a:t>
            </a:r>
            <a:br>
              <a:rPr lang="en-US" sz="2500"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br>
            <a:br>
              <a:rPr lang="en-US" sz="2500"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br>
            <a:r>
              <a:rPr lang="en-US" sz="2500"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TA. </a:t>
            </a:r>
            <a:r>
              <a:rPr lang="en-US" sz="2500" b="0" i="0" u="none" strike="noStrike" cap="none" dirty="0" err="1">
                <a:solidFill>
                  <a:schemeClr val="dk1"/>
                </a:solidFill>
                <a:latin typeface="Times New Roman" panose="02020603050405020304" pitchFamily="18" charset="0"/>
                <a:ea typeface="Times New Roman"/>
                <a:cs typeface="Times New Roman" panose="02020603050405020304" pitchFamily="18" charset="0"/>
                <a:sym typeface="Times New Roman"/>
              </a:rPr>
              <a:t>Radwa</a:t>
            </a:r>
            <a:r>
              <a:rPr lang="en-US" sz="2500"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 </a:t>
            </a:r>
            <a:r>
              <a:rPr lang="en-US" sz="2500" b="0" i="0" u="none" strike="noStrike" cap="none" dirty="0" err="1">
                <a:solidFill>
                  <a:schemeClr val="dk1"/>
                </a:solidFill>
                <a:latin typeface="Times New Roman" panose="02020603050405020304" pitchFamily="18" charset="0"/>
                <a:ea typeface="Times New Roman"/>
                <a:cs typeface="Times New Roman" panose="02020603050405020304" pitchFamily="18" charset="0"/>
                <a:sym typeface="Times New Roman"/>
              </a:rPr>
              <a:t>Reda</a:t>
            </a:r>
            <a:r>
              <a:rPr lang="en-US" sz="2500"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 </a:t>
            </a:r>
            <a:r>
              <a:rPr lang="en-US" sz="2500" b="0" i="0" u="none" strike="noStrike" cap="none" dirty="0" err="1">
                <a:solidFill>
                  <a:schemeClr val="dk1"/>
                </a:solidFill>
                <a:latin typeface="Times New Roman" panose="02020603050405020304" pitchFamily="18" charset="0"/>
                <a:ea typeface="Times New Roman"/>
                <a:cs typeface="Times New Roman" panose="02020603050405020304" pitchFamily="18" charset="0"/>
                <a:sym typeface="Times New Roman"/>
              </a:rPr>
              <a:t>Hossieny</a:t>
            </a:r>
            <a:br>
              <a:rPr lang="en-US" sz="9109" b="0" i="0" u="none" strike="noStrike" cap="none" dirty="0">
                <a:solidFill>
                  <a:srgbClr val="00B0F0"/>
                </a:solidFill>
                <a:latin typeface="Times New Roman" panose="02020603050405020304" pitchFamily="18" charset="0"/>
                <a:ea typeface="Times New Roman"/>
                <a:cs typeface="Times New Roman" panose="02020603050405020304" pitchFamily="18" charset="0"/>
                <a:sym typeface="Times New Roman"/>
              </a:rPr>
            </a:br>
            <a:endParaRPr sz="1862" b="0" i="0" u="none" strike="noStrike" cap="none" dirty="0">
              <a:solidFill>
                <a:srgbClr val="00B0F0"/>
              </a:solidFill>
              <a:latin typeface="Times New Roman" panose="02020603050405020304" pitchFamily="18" charset="0"/>
              <a:ea typeface="Times New Roman"/>
              <a:cs typeface="Times New Roman" panose="02020603050405020304" pitchFamily="18" charset="0"/>
              <a:sym typeface="Times New Roman"/>
            </a:endParaRPr>
          </a:p>
        </p:txBody>
      </p:sp>
      <p:sp>
        <p:nvSpPr>
          <p:cNvPr id="96" name="Google Shape;96;p2"/>
          <p:cNvSpPr/>
          <p:nvPr/>
        </p:nvSpPr>
        <p:spPr>
          <a:xfrm rot="-1955206">
            <a:off x="63676" y="3985235"/>
            <a:ext cx="1367590" cy="717410"/>
          </a:xfrm>
          <a:prstGeom prst="triangle">
            <a:avLst>
              <a:gd name="adj" fmla="val 50000"/>
            </a:avLst>
          </a:prstGeom>
          <a:solidFill>
            <a:schemeClr val="dk1">
              <a:alpha val="27450"/>
            </a:schemeClr>
          </a:solidFill>
          <a:ln>
            <a:noFill/>
          </a:ln>
        </p:spPr>
        <p:txBody>
          <a:bodyPr spcFirstLastPara="1" wrap="square" lIns="94625" tIns="47300" rIns="94625" bIns="47300" anchor="ctr" anchorCtr="0">
            <a:noAutofit/>
          </a:bodyPr>
          <a:lstStyle/>
          <a:p>
            <a:pPr marL="0" marR="0" lvl="0" indent="0" algn="ctr" rtl="0">
              <a:lnSpc>
                <a:spcPct val="100000"/>
              </a:lnSpc>
              <a:spcBef>
                <a:spcPts val="0"/>
              </a:spcBef>
              <a:spcAft>
                <a:spcPts val="0"/>
              </a:spcAft>
              <a:buNone/>
            </a:pPr>
            <a:endParaRPr sz="1862" b="0" i="0" u="none" strike="noStrike" cap="none">
              <a:solidFill>
                <a:schemeClr val="lt1"/>
              </a:solidFill>
              <a:latin typeface="Calibri"/>
              <a:ea typeface="Calibri"/>
              <a:cs typeface="Calibri"/>
              <a:sym typeface="Calibri"/>
            </a:endParaRPr>
          </a:p>
        </p:txBody>
      </p:sp>
      <p:sp>
        <p:nvSpPr>
          <p:cNvPr id="97" name="Google Shape;97;p2"/>
          <p:cNvSpPr/>
          <p:nvPr/>
        </p:nvSpPr>
        <p:spPr>
          <a:xfrm rot="-4289158">
            <a:off x="204654" y="3495950"/>
            <a:ext cx="712166" cy="622993"/>
          </a:xfrm>
          <a:prstGeom prst="triangle">
            <a:avLst>
              <a:gd name="adj" fmla="val 50000"/>
            </a:avLst>
          </a:prstGeom>
          <a:solidFill>
            <a:srgbClr val="EC747F"/>
          </a:solidFill>
          <a:ln>
            <a:noFill/>
          </a:ln>
        </p:spPr>
        <p:txBody>
          <a:bodyPr spcFirstLastPara="1" wrap="square" lIns="94625" tIns="47300" rIns="94625" bIns="47300" anchor="ctr" anchorCtr="0">
            <a:noAutofit/>
          </a:bodyPr>
          <a:lstStyle/>
          <a:p>
            <a:pPr marL="0" marR="0" lvl="0" indent="0" algn="ctr" rtl="0">
              <a:lnSpc>
                <a:spcPct val="100000"/>
              </a:lnSpc>
              <a:spcBef>
                <a:spcPts val="0"/>
              </a:spcBef>
              <a:spcAft>
                <a:spcPts val="0"/>
              </a:spcAft>
              <a:buNone/>
            </a:pPr>
            <a:endParaRPr sz="1862" b="0" i="0" u="none" strike="noStrike" cap="none">
              <a:solidFill>
                <a:schemeClr val="lt1"/>
              </a:solidFill>
              <a:latin typeface="Calibri"/>
              <a:ea typeface="Calibri"/>
              <a:cs typeface="Calibri"/>
              <a:sym typeface="Calibri"/>
            </a:endParaRPr>
          </a:p>
        </p:txBody>
      </p:sp>
      <p:cxnSp>
        <p:nvCxnSpPr>
          <p:cNvPr id="98" name="Google Shape;98;p2"/>
          <p:cNvCxnSpPr/>
          <p:nvPr/>
        </p:nvCxnSpPr>
        <p:spPr>
          <a:xfrm>
            <a:off x="1850582" y="2733323"/>
            <a:ext cx="4184458" cy="0"/>
          </a:xfrm>
          <a:prstGeom prst="straightConnector1">
            <a:avLst/>
          </a:prstGeom>
          <a:noFill/>
          <a:ln w="25400" cap="flat" cmpd="sng">
            <a:solidFill>
              <a:schemeClr val="accent5"/>
            </a:solidFill>
            <a:prstDash val="solid"/>
            <a:round/>
            <a:headEnd type="none" w="sm" len="sm"/>
            <a:tailEnd type="none" w="sm" len="sm"/>
          </a:ln>
          <a:effectLst>
            <a:outerShdw blurRad="40000" dist="20000" dir="5400000" rotWithShape="0">
              <a:srgbClr val="000000">
                <a:alpha val="37647"/>
              </a:srgbClr>
            </a:outerShdw>
          </a:effectLst>
        </p:spPr>
      </p:cxnSp>
      <p:cxnSp>
        <p:nvCxnSpPr>
          <p:cNvPr id="99" name="Google Shape;99;p2"/>
          <p:cNvCxnSpPr/>
          <p:nvPr/>
        </p:nvCxnSpPr>
        <p:spPr>
          <a:xfrm>
            <a:off x="1850582" y="2733323"/>
            <a:ext cx="4184458" cy="0"/>
          </a:xfrm>
          <a:prstGeom prst="straightConnector1">
            <a:avLst/>
          </a:prstGeom>
          <a:noFill/>
          <a:ln w="25400" cap="flat" cmpd="sng">
            <a:solidFill>
              <a:schemeClr val="dk1"/>
            </a:solidFill>
            <a:prstDash val="solid"/>
            <a:round/>
            <a:headEnd type="none" w="sm" len="sm"/>
            <a:tailEnd type="none" w="sm" len="sm"/>
          </a:ln>
          <a:effectLst>
            <a:outerShdw blurRad="40000" dist="20000" dir="5400000" rotWithShape="0">
              <a:srgbClr val="000000">
                <a:alpha val="37647"/>
              </a:srgbClr>
            </a:outerShdw>
          </a:effectLst>
        </p:spPr>
      </p:cxnSp>
      <p:sp>
        <p:nvSpPr>
          <p:cNvPr id="100" name="Google Shape;100;p2"/>
          <p:cNvSpPr txBox="1">
            <a:spLocks noGrp="1"/>
          </p:cNvSpPr>
          <p:nvPr>
            <p:ph type="sldNum" idx="12"/>
          </p:nvPr>
        </p:nvSpPr>
        <p:spPr>
          <a:xfrm>
            <a:off x="8610603" y="6356361"/>
            <a:ext cx="2743201" cy="36512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a:t>
            </a:fld>
            <a:endParaRPr/>
          </a:p>
        </p:txBody>
      </p:sp>
    </p:spTree>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3"/>
          <p:cNvSpPr txBox="1">
            <a:spLocks noGrp="1"/>
          </p:cNvSpPr>
          <p:nvPr>
            <p:ph type="sldNum" idx="12"/>
          </p:nvPr>
        </p:nvSpPr>
        <p:spPr>
          <a:xfrm>
            <a:off x="8897985" y="6453051"/>
            <a:ext cx="2743201" cy="404948"/>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a:t>
            </a:fld>
            <a:endParaRPr dirty="0"/>
          </a:p>
        </p:txBody>
      </p:sp>
      <p:pic>
        <p:nvPicPr>
          <p:cNvPr id="106" name="Google Shape;106;p3"/>
          <p:cNvPicPr preferRelativeResize="0"/>
          <p:nvPr/>
        </p:nvPicPr>
        <p:blipFill rotWithShape="1">
          <a:blip r:embed="rId3">
            <a:alphaModFix/>
          </a:blip>
          <a:srcRect b="6376"/>
          <a:stretch/>
        </p:blipFill>
        <p:spPr>
          <a:xfrm>
            <a:off x="0" y="0"/>
            <a:ext cx="12192000" cy="6857999"/>
          </a:xfrm>
          <a:prstGeom prst="rect">
            <a:avLst/>
          </a:prstGeom>
          <a:noFill/>
          <a:ln>
            <a:noFill/>
          </a:ln>
        </p:spPr>
      </p:pic>
    </p:spTree>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5" name="Subtitle 4"/>
          <p:cNvSpPr>
            <a:spLocks noGrp="1"/>
          </p:cNvSpPr>
          <p:nvPr>
            <p:ph type="subTitle" idx="1"/>
          </p:nvPr>
        </p:nvSpPr>
        <p:spPr>
          <a:xfrm>
            <a:off x="-189251" y="1346211"/>
            <a:ext cx="3203684" cy="687977"/>
          </a:xfrm>
        </p:spPr>
        <p:txBody>
          <a:bodyPr/>
          <a:lstStyle/>
          <a:p>
            <a:r>
              <a:rPr lang="en-US" sz="3300" dirty="0">
                <a:solidFill>
                  <a:srgbClr val="FA6690"/>
                </a:solidFill>
                <a:latin typeface="Times New Roman"/>
                <a:ea typeface="Times New Roman"/>
                <a:cs typeface="Times New Roman"/>
                <a:sym typeface="Arial"/>
              </a:rPr>
              <a:t>01</a:t>
            </a:r>
            <a:r>
              <a:rPr lang="en-US" dirty="0"/>
              <a:t> </a:t>
            </a:r>
            <a:r>
              <a:rPr lang="en-US" sz="3300" dirty="0">
                <a:latin typeface="Times New Roman" panose="02020603050405020304" pitchFamily="18" charset="0"/>
                <a:cs typeface="Times New Roman" panose="02020603050405020304" pitchFamily="18" charset="0"/>
              </a:rPr>
              <a:t>Introduction</a:t>
            </a:r>
            <a:r>
              <a:rPr lang="en-US" dirty="0"/>
              <a:t> </a:t>
            </a:r>
          </a:p>
        </p:txBody>
      </p:sp>
      <p:sp>
        <p:nvSpPr>
          <p:cNvPr id="111" name="Google Shape;111;p4"/>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a:t>
            </a:fld>
            <a:endParaRPr/>
          </a:p>
        </p:txBody>
      </p:sp>
      <p:sp>
        <p:nvSpPr>
          <p:cNvPr id="112" name="Google Shape;112;p4"/>
          <p:cNvSpPr txBox="1"/>
          <p:nvPr/>
        </p:nvSpPr>
        <p:spPr>
          <a:xfrm>
            <a:off x="77689" y="277821"/>
            <a:ext cx="10431590" cy="63090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500" b="0" i="0" u="none" strike="noStrike" cap="none" dirty="0">
                <a:solidFill>
                  <a:srgbClr val="FA6690"/>
                </a:solidFill>
                <a:latin typeface="Times New Roman"/>
                <a:ea typeface="Times New Roman"/>
                <a:cs typeface="Times New Roman"/>
                <a:sym typeface="Times New Roman"/>
              </a:rPr>
              <a:t>Agenda</a:t>
            </a:r>
            <a:r>
              <a:rPr lang="en-US" sz="3313" b="0" i="0" u="none" strike="noStrike" cap="none" dirty="0">
                <a:solidFill>
                  <a:srgbClr val="FA6690"/>
                </a:solidFill>
                <a:latin typeface="Times New Roman"/>
                <a:ea typeface="Times New Roman"/>
                <a:cs typeface="Times New Roman"/>
                <a:sym typeface="Times New Roman"/>
              </a:rPr>
              <a:t> :</a:t>
            </a:r>
            <a:r>
              <a:rPr lang="en-US" sz="1448" b="0" i="0" u="none" strike="noStrike" cap="none" dirty="0">
                <a:solidFill>
                  <a:srgbClr val="FA6690"/>
                </a:solidFill>
                <a:latin typeface="Times New Roman"/>
                <a:ea typeface="Times New Roman"/>
                <a:cs typeface="Times New Roman"/>
                <a:sym typeface="Times New Roman"/>
              </a:rPr>
              <a:t> </a:t>
            </a:r>
            <a:endParaRPr sz="3313" b="0" i="0" u="none" strike="noStrike" cap="none" dirty="0">
              <a:solidFill>
                <a:srgbClr val="FA6690"/>
              </a:solidFill>
              <a:latin typeface="Arial"/>
              <a:ea typeface="Arial"/>
              <a:cs typeface="Arial"/>
              <a:sym typeface="Arial"/>
            </a:endParaRPr>
          </a:p>
        </p:txBody>
      </p:sp>
      <p:cxnSp>
        <p:nvCxnSpPr>
          <p:cNvPr id="113" name="Google Shape;113;p4"/>
          <p:cNvCxnSpPr/>
          <p:nvPr/>
        </p:nvCxnSpPr>
        <p:spPr>
          <a:xfrm>
            <a:off x="77690" y="883077"/>
            <a:ext cx="2242306" cy="0"/>
          </a:xfrm>
          <a:prstGeom prst="straightConnector1">
            <a:avLst/>
          </a:prstGeom>
          <a:noFill/>
          <a:ln w="25400" cap="flat" cmpd="sng">
            <a:solidFill>
              <a:srgbClr val="FA6690"/>
            </a:solidFill>
            <a:prstDash val="solid"/>
            <a:round/>
            <a:headEnd type="none" w="sm" len="sm"/>
            <a:tailEnd type="none" w="sm" len="sm"/>
          </a:ln>
          <a:effectLst>
            <a:outerShdw blurRad="40000" dist="20000" dir="5400000" rotWithShape="0">
              <a:srgbClr val="000000">
                <a:alpha val="37647"/>
              </a:srgbClr>
            </a:outerShdw>
          </a:effectLst>
        </p:spPr>
      </p:cxnSp>
      <p:sp>
        <p:nvSpPr>
          <p:cNvPr id="115" name="Google Shape;115;p4"/>
          <p:cNvSpPr/>
          <p:nvPr/>
        </p:nvSpPr>
        <p:spPr>
          <a:xfrm rot="-4076049">
            <a:off x="9214820" y="239041"/>
            <a:ext cx="2972548" cy="1904776"/>
          </a:xfrm>
          <a:prstGeom prst="triangle">
            <a:avLst>
              <a:gd name="adj" fmla="val 50000"/>
            </a:avLst>
          </a:prstGeom>
          <a:solidFill>
            <a:srgbClr val="FA6671"/>
          </a:solidFill>
          <a:ln w="25400" cap="flat" cmpd="sng">
            <a:solidFill>
              <a:srgbClr val="FA667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EC747F"/>
              </a:solidFill>
              <a:latin typeface="Arial"/>
              <a:ea typeface="Arial"/>
              <a:cs typeface="Arial"/>
              <a:sym typeface="Arial"/>
            </a:endParaRPr>
          </a:p>
        </p:txBody>
      </p:sp>
      <p:sp>
        <p:nvSpPr>
          <p:cNvPr id="116" name="Google Shape;116;p4"/>
          <p:cNvSpPr/>
          <p:nvPr/>
        </p:nvSpPr>
        <p:spPr>
          <a:xfrm rot="-1794686">
            <a:off x="9068330" y="750354"/>
            <a:ext cx="2312651" cy="1562737"/>
          </a:xfrm>
          <a:prstGeom prst="triangle">
            <a:avLst>
              <a:gd name="adj" fmla="val 50000"/>
            </a:avLst>
          </a:prstGeom>
          <a:solidFill>
            <a:srgbClr val="AEABAB"/>
          </a:solidFill>
          <a:ln w="25400" cap="flat" cmpd="sng">
            <a:solidFill>
              <a:srgbClr val="AEABA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2" name="Subtitle 4"/>
          <p:cNvSpPr txBox="1">
            <a:spLocks/>
          </p:cNvSpPr>
          <p:nvPr/>
        </p:nvSpPr>
        <p:spPr>
          <a:xfrm>
            <a:off x="-196157" y="2175413"/>
            <a:ext cx="4405468" cy="69590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ctr" rtl="0">
              <a:lnSpc>
                <a:spcPct val="90000"/>
              </a:lnSpc>
              <a:spcBef>
                <a:spcPts val="1035"/>
              </a:spcBef>
              <a:spcAft>
                <a:spcPts val="0"/>
              </a:spcAft>
              <a:buClr>
                <a:schemeClr val="dk1"/>
              </a:buClr>
              <a:buSzPts val="2400"/>
              <a:buFont typeface="Arial"/>
              <a:buNone/>
              <a:defRPr sz="2484" b="0" i="0" u="none" strike="noStrike" cap="none">
                <a:solidFill>
                  <a:schemeClr val="dk1"/>
                </a:solidFill>
                <a:latin typeface="Calibri"/>
                <a:ea typeface="Calibri"/>
                <a:cs typeface="Calibri"/>
                <a:sym typeface="Calibri"/>
              </a:defRPr>
            </a:lvl1pPr>
            <a:lvl2pPr marL="914400" marR="0" lvl="1" indent="-381000" algn="ctr" rtl="0">
              <a:lnSpc>
                <a:spcPct val="90000"/>
              </a:lnSpc>
              <a:spcBef>
                <a:spcPts val="518"/>
              </a:spcBef>
              <a:spcAft>
                <a:spcPts val="0"/>
              </a:spcAft>
              <a:buClr>
                <a:schemeClr val="dk1"/>
              </a:buClr>
              <a:buSzPts val="2000"/>
              <a:buFont typeface="Arial"/>
              <a:buNone/>
              <a:defRPr sz="2069" b="0" i="0" u="none" strike="noStrike" cap="none">
                <a:solidFill>
                  <a:schemeClr val="dk1"/>
                </a:solidFill>
                <a:latin typeface="Calibri"/>
                <a:ea typeface="Calibri"/>
                <a:cs typeface="Calibri"/>
                <a:sym typeface="Calibri"/>
              </a:defRPr>
            </a:lvl2pPr>
            <a:lvl3pPr marL="1371600" marR="0" lvl="2" indent="-355600" algn="ctr" rtl="0">
              <a:lnSpc>
                <a:spcPct val="90000"/>
              </a:lnSpc>
              <a:spcBef>
                <a:spcPts val="518"/>
              </a:spcBef>
              <a:spcAft>
                <a:spcPts val="0"/>
              </a:spcAft>
              <a:buClr>
                <a:schemeClr val="dk1"/>
              </a:buClr>
              <a:buSzPts val="1800"/>
              <a:buFont typeface="Arial"/>
              <a:buNone/>
              <a:defRPr sz="1862" b="0" i="0" u="none" strike="noStrike" cap="none">
                <a:solidFill>
                  <a:schemeClr val="dk1"/>
                </a:solidFill>
                <a:latin typeface="Calibri"/>
                <a:ea typeface="Calibri"/>
                <a:cs typeface="Calibri"/>
                <a:sym typeface="Calibri"/>
              </a:defRPr>
            </a:lvl3pPr>
            <a:lvl4pPr marL="1828800" marR="0" lvl="3" indent="-342900" algn="ctr" rtl="0">
              <a:lnSpc>
                <a:spcPct val="90000"/>
              </a:lnSpc>
              <a:spcBef>
                <a:spcPts val="518"/>
              </a:spcBef>
              <a:spcAft>
                <a:spcPts val="0"/>
              </a:spcAft>
              <a:buClr>
                <a:schemeClr val="dk1"/>
              </a:buClr>
              <a:buSzPts val="1600"/>
              <a:buFont typeface="Arial"/>
              <a:buNone/>
              <a:defRPr sz="1656" b="0" i="0" u="none" strike="noStrike" cap="none">
                <a:solidFill>
                  <a:schemeClr val="dk1"/>
                </a:solidFill>
                <a:latin typeface="Calibri"/>
                <a:ea typeface="Calibri"/>
                <a:cs typeface="Calibri"/>
                <a:sym typeface="Calibri"/>
              </a:defRPr>
            </a:lvl4pPr>
            <a:lvl5pPr marL="2286000" marR="0" lvl="4" indent="-342900" algn="ctr" rtl="0">
              <a:lnSpc>
                <a:spcPct val="90000"/>
              </a:lnSpc>
              <a:spcBef>
                <a:spcPts val="518"/>
              </a:spcBef>
              <a:spcAft>
                <a:spcPts val="0"/>
              </a:spcAft>
              <a:buClr>
                <a:schemeClr val="dk1"/>
              </a:buClr>
              <a:buSzPts val="1600"/>
              <a:buFont typeface="Arial"/>
              <a:buNone/>
              <a:defRPr sz="1656" b="0" i="0" u="none" strike="noStrike" cap="none">
                <a:solidFill>
                  <a:schemeClr val="dk1"/>
                </a:solidFill>
                <a:latin typeface="Calibri"/>
                <a:ea typeface="Calibri"/>
                <a:cs typeface="Calibri"/>
                <a:sym typeface="Calibri"/>
              </a:defRPr>
            </a:lvl5pPr>
            <a:lvl6pPr marL="2743200" marR="0" lvl="5" indent="-342900" algn="ctr" rtl="0">
              <a:lnSpc>
                <a:spcPct val="90000"/>
              </a:lnSpc>
              <a:spcBef>
                <a:spcPts val="518"/>
              </a:spcBef>
              <a:spcAft>
                <a:spcPts val="0"/>
              </a:spcAft>
              <a:buClr>
                <a:schemeClr val="dk1"/>
              </a:buClr>
              <a:buSzPts val="1600"/>
              <a:buFont typeface="Arial"/>
              <a:buNone/>
              <a:defRPr sz="1656" b="0" i="0" u="none" strike="noStrike" cap="none">
                <a:solidFill>
                  <a:schemeClr val="dk1"/>
                </a:solidFill>
                <a:latin typeface="Calibri"/>
                <a:ea typeface="Calibri"/>
                <a:cs typeface="Calibri"/>
                <a:sym typeface="Calibri"/>
              </a:defRPr>
            </a:lvl6pPr>
            <a:lvl7pPr marL="3200400" marR="0" lvl="6" indent="-342900" algn="ctr" rtl="0">
              <a:lnSpc>
                <a:spcPct val="90000"/>
              </a:lnSpc>
              <a:spcBef>
                <a:spcPts val="518"/>
              </a:spcBef>
              <a:spcAft>
                <a:spcPts val="0"/>
              </a:spcAft>
              <a:buClr>
                <a:schemeClr val="dk1"/>
              </a:buClr>
              <a:buSzPts val="1600"/>
              <a:buFont typeface="Arial"/>
              <a:buNone/>
              <a:defRPr sz="1656" b="0" i="0" u="none" strike="noStrike" cap="none">
                <a:solidFill>
                  <a:schemeClr val="dk1"/>
                </a:solidFill>
                <a:latin typeface="Calibri"/>
                <a:ea typeface="Calibri"/>
                <a:cs typeface="Calibri"/>
                <a:sym typeface="Calibri"/>
              </a:defRPr>
            </a:lvl7pPr>
            <a:lvl8pPr marL="3657600" marR="0" lvl="7" indent="-342900" algn="ctr" rtl="0">
              <a:lnSpc>
                <a:spcPct val="90000"/>
              </a:lnSpc>
              <a:spcBef>
                <a:spcPts val="518"/>
              </a:spcBef>
              <a:spcAft>
                <a:spcPts val="0"/>
              </a:spcAft>
              <a:buClr>
                <a:schemeClr val="dk1"/>
              </a:buClr>
              <a:buSzPts val="1600"/>
              <a:buFont typeface="Arial"/>
              <a:buNone/>
              <a:defRPr sz="1656" b="0" i="0" u="none" strike="noStrike" cap="none">
                <a:solidFill>
                  <a:schemeClr val="dk1"/>
                </a:solidFill>
                <a:latin typeface="Calibri"/>
                <a:ea typeface="Calibri"/>
                <a:cs typeface="Calibri"/>
                <a:sym typeface="Calibri"/>
              </a:defRPr>
            </a:lvl8pPr>
            <a:lvl9pPr marL="4114800" marR="0" lvl="8" indent="-342900" algn="ctr" rtl="0">
              <a:lnSpc>
                <a:spcPct val="90000"/>
              </a:lnSpc>
              <a:spcBef>
                <a:spcPts val="518"/>
              </a:spcBef>
              <a:spcAft>
                <a:spcPts val="0"/>
              </a:spcAft>
              <a:buClr>
                <a:schemeClr val="dk1"/>
              </a:buClr>
              <a:buSzPts val="1600"/>
              <a:buFont typeface="Arial"/>
              <a:buNone/>
              <a:defRPr sz="1656" b="0" i="0" u="none" strike="noStrike" cap="none">
                <a:solidFill>
                  <a:schemeClr val="dk1"/>
                </a:solidFill>
                <a:latin typeface="Calibri"/>
                <a:ea typeface="Calibri"/>
                <a:cs typeface="Calibri"/>
                <a:sym typeface="Calibri"/>
              </a:defRPr>
            </a:lvl9pPr>
          </a:lstStyle>
          <a:p>
            <a:r>
              <a:rPr lang="en-US" sz="3300" dirty="0">
                <a:solidFill>
                  <a:srgbClr val="FA6690"/>
                </a:solidFill>
                <a:latin typeface="Times New Roman"/>
                <a:ea typeface="Times New Roman"/>
                <a:cs typeface="Times New Roman"/>
                <a:sym typeface="Arial"/>
              </a:rPr>
              <a:t>02</a:t>
            </a:r>
            <a:r>
              <a:rPr lang="en-US" dirty="0"/>
              <a:t> </a:t>
            </a:r>
            <a:r>
              <a:rPr lang="en-US" sz="3300" dirty="0">
                <a:latin typeface="Times New Roman" panose="02020603050405020304" pitchFamily="18" charset="0"/>
                <a:cs typeface="Times New Roman" panose="02020603050405020304" pitchFamily="18" charset="0"/>
              </a:rPr>
              <a:t>Problem Definition</a:t>
            </a:r>
            <a:r>
              <a:rPr lang="en-US" dirty="0"/>
              <a:t> </a:t>
            </a:r>
          </a:p>
        </p:txBody>
      </p:sp>
      <p:sp>
        <p:nvSpPr>
          <p:cNvPr id="13" name="Subtitle 4"/>
          <p:cNvSpPr txBox="1">
            <a:spLocks/>
          </p:cNvSpPr>
          <p:nvPr/>
        </p:nvSpPr>
        <p:spPr>
          <a:xfrm>
            <a:off x="-293348" y="3077637"/>
            <a:ext cx="3203684" cy="68797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ctr" rtl="0">
              <a:lnSpc>
                <a:spcPct val="90000"/>
              </a:lnSpc>
              <a:spcBef>
                <a:spcPts val="1035"/>
              </a:spcBef>
              <a:spcAft>
                <a:spcPts val="0"/>
              </a:spcAft>
              <a:buClr>
                <a:schemeClr val="dk1"/>
              </a:buClr>
              <a:buSzPts val="2400"/>
              <a:buFont typeface="Arial"/>
              <a:buNone/>
              <a:defRPr sz="2484" b="0" i="0" u="none" strike="noStrike" cap="none">
                <a:solidFill>
                  <a:schemeClr val="dk1"/>
                </a:solidFill>
                <a:latin typeface="Calibri"/>
                <a:ea typeface="Calibri"/>
                <a:cs typeface="Calibri"/>
                <a:sym typeface="Calibri"/>
              </a:defRPr>
            </a:lvl1pPr>
            <a:lvl2pPr marL="914400" marR="0" lvl="1" indent="-381000" algn="ctr" rtl="0">
              <a:lnSpc>
                <a:spcPct val="90000"/>
              </a:lnSpc>
              <a:spcBef>
                <a:spcPts val="518"/>
              </a:spcBef>
              <a:spcAft>
                <a:spcPts val="0"/>
              </a:spcAft>
              <a:buClr>
                <a:schemeClr val="dk1"/>
              </a:buClr>
              <a:buSzPts val="2000"/>
              <a:buFont typeface="Arial"/>
              <a:buNone/>
              <a:defRPr sz="2069" b="0" i="0" u="none" strike="noStrike" cap="none">
                <a:solidFill>
                  <a:schemeClr val="dk1"/>
                </a:solidFill>
                <a:latin typeface="Calibri"/>
                <a:ea typeface="Calibri"/>
                <a:cs typeface="Calibri"/>
                <a:sym typeface="Calibri"/>
              </a:defRPr>
            </a:lvl2pPr>
            <a:lvl3pPr marL="1371600" marR="0" lvl="2" indent="-355600" algn="ctr" rtl="0">
              <a:lnSpc>
                <a:spcPct val="90000"/>
              </a:lnSpc>
              <a:spcBef>
                <a:spcPts val="518"/>
              </a:spcBef>
              <a:spcAft>
                <a:spcPts val="0"/>
              </a:spcAft>
              <a:buClr>
                <a:schemeClr val="dk1"/>
              </a:buClr>
              <a:buSzPts val="1800"/>
              <a:buFont typeface="Arial"/>
              <a:buNone/>
              <a:defRPr sz="1862" b="0" i="0" u="none" strike="noStrike" cap="none">
                <a:solidFill>
                  <a:schemeClr val="dk1"/>
                </a:solidFill>
                <a:latin typeface="Calibri"/>
                <a:ea typeface="Calibri"/>
                <a:cs typeface="Calibri"/>
                <a:sym typeface="Calibri"/>
              </a:defRPr>
            </a:lvl3pPr>
            <a:lvl4pPr marL="1828800" marR="0" lvl="3" indent="-342900" algn="ctr" rtl="0">
              <a:lnSpc>
                <a:spcPct val="90000"/>
              </a:lnSpc>
              <a:spcBef>
                <a:spcPts val="518"/>
              </a:spcBef>
              <a:spcAft>
                <a:spcPts val="0"/>
              </a:spcAft>
              <a:buClr>
                <a:schemeClr val="dk1"/>
              </a:buClr>
              <a:buSzPts val="1600"/>
              <a:buFont typeface="Arial"/>
              <a:buNone/>
              <a:defRPr sz="1656" b="0" i="0" u="none" strike="noStrike" cap="none">
                <a:solidFill>
                  <a:schemeClr val="dk1"/>
                </a:solidFill>
                <a:latin typeface="Calibri"/>
                <a:ea typeface="Calibri"/>
                <a:cs typeface="Calibri"/>
                <a:sym typeface="Calibri"/>
              </a:defRPr>
            </a:lvl4pPr>
            <a:lvl5pPr marL="2286000" marR="0" lvl="4" indent="-342900" algn="ctr" rtl="0">
              <a:lnSpc>
                <a:spcPct val="90000"/>
              </a:lnSpc>
              <a:spcBef>
                <a:spcPts val="518"/>
              </a:spcBef>
              <a:spcAft>
                <a:spcPts val="0"/>
              </a:spcAft>
              <a:buClr>
                <a:schemeClr val="dk1"/>
              </a:buClr>
              <a:buSzPts val="1600"/>
              <a:buFont typeface="Arial"/>
              <a:buNone/>
              <a:defRPr sz="1656" b="0" i="0" u="none" strike="noStrike" cap="none">
                <a:solidFill>
                  <a:schemeClr val="dk1"/>
                </a:solidFill>
                <a:latin typeface="Calibri"/>
                <a:ea typeface="Calibri"/>
                <a:cs typeface="Calibri"/>
                <a:sym typeface="Calibri"/>
              </a:defRPr>
            </a:lvl5pPr>
            <a:lvl6pPr marL="2743200" marR="0" lvl="5" indent="-342900" algn="ctr" rtl="0">
              <a:lnSpc>
                <a:spcPct val="90000"/>
              </a:lnSpc>
              <a:spcBef>
                <a:spcPts val="518"/>
              </a:spcBef>
              <a:spcAft>
                <a:spcPts val="0"/>
              </a:spcAft>
              <a:buClr>
                <a:schemeClr val="dk1"/>
              </a:buClr>
              <a:buSzPts val="1600"/>
              <a:buFont typeface="Arial"/>
              <a:buNone/>
              <a:defRPr sz="1656" b="0" i="0" u="none" strike="noStrike" cap="none">
                <a:solidFill>
                  <a:schemeClr val="dk1"/>
                </a:solidFill>
                <a:latin typeface="Calibri"/>
                <a:ea typeface="Calibri"/>
                <a:cs typeface="Calibri"/>
                <a:sym typeface="Calibri"/>
              </a:defRPr>
            </a:lvl6pPr>
            <a:lvl7pPr marL="3200400" marR="0" lvl="6" indent="-342900" algn="ctr" rtl="0">
              <a:lnSpc>
                <a:spcPct val="90000"/>
              </a:lnSpc>
              <a:spcBef>
                <a:spcPts val="518"/>
              </a:spcBef>
              <a:spcAft>
                <a:spcPts val="0"/>
              </a:spcAft>
              <a:buClr>
                <a:schemeClr val="dk1"/>
              </a:buClr>
              <a:buSzPts val="1600"/>
              <a:buFont typeface="Arial"/>
              <a:buNone/>
              <a:defRPr sz="1656" b="0" i="0" u="none" strike="noStrike" cap="none">
                <a:solidFill>
                  <a:schemeClr val="dk1"/>
                </a:solidFill>
                <a:latin typeface="Calibri"/>
                <a:ea typeface="Calibri"/>
                <a:cs typeface="Calibri"/>
                <a:sym typeface="Calibri"/>
              </a:defRPr>
            </a:lvl7pPr>
            <a:lvl8pPr marL="3657600" marR="0" lvl="7" indent="-342900" algn="ctr" rtl="0">
              <a:lnSpc>
                <a:spcPct val="90000"/>
              </a:lnSpc>
              <a:spcBef>
                <a:spcPts val="518"/>
              </a:spcBef>
              <a:spcAft>
                <a:spcPts val="0"/>
              </a:spcAft>
              <a:buClr>
                <a:schemeClr val="dk1"/>
              </a:buClr>
              <a:buSzPts val="1600"/>
              <a:buFont typeface="Arial"/>
              <a:buNone/>
              <a:defRPr sz="1656" b="0" i="0" u="none" strike="noStrike" cap="none">
                <a:solidFill>
                  <a:schemeClr val="dk1"/>
                </a:solidFill>
                <a:latin typeface="Calibri"/>
                <a:ea typeface="Calibri"/>
                <a:cs typeface="Calibri"/>
                <a:sym typeface="Calibri"/>
              </a:defRPr>
            </a:lvl8pPr>
            <a:lvl9pPr marL="4114800" marR="0" lvl="8" indent="-342900" algn="ctr" rtl="0">
              <a:lnSpc>
                <a:spcPct val="90000"/>
              </a:lnSpc>
              <a:spcBef>
                <a:spcPts val="518"/>
              </a:spcBef>
              <a:spcAft>
                <a:spcPts val="0"/>
              </a:spcAft>
              <a:buClr>
                <a:schemeClr val="dk1"/>
              </a:buClr>
              <a:buSzPts val="1600"/>
              <a:buFont typeface="Arial"/>
              <a:buNone/>
              <a:defRPr sz="1656" b="0" i="0" u="none" strike="noStrike" cap="none">
                <a:solidFill>
                  <a:schemeClr val="dk1"/>
                </a:solidFill>
                <a:latin typeface="Calibri"/>
                <a:ea typeface="Calibri"/>
                <a:cs typeface="Calibri"/>
                <a:sym typeface="Calibri"/>
              </a:defRPr>
            </a:lvl9pPr>
          </a:lstStyle>
          <a:p>
            <a:r>
              <a:rPr lang="en-US" sz="3300" dirty="0">
                <a:solidFill>
                  <a:srgbClr val="FA6690"/>
                </a:solidFill>
                <a:latin typeface="Times New Roman"/>
                <a:ea typeface="Times New Roman"/>
                <a:cs typeface="Times New Roman"/>
                <a:sym typeface="Arial"/>
              </a:rPr>
              <a:t>03</a:t>
            </a:r>
            <a:r>
              <a:rPr lang="en-US" dirty="0"/>
              <a:t> </a:t>
            </a:r>
            <a:r>
              <a:rPr lang="en-US" sz="3300" dirty="0">
                <a:latin typeface="Times New Roman" panose="02020603050405020304" pitchFamily="18" charset="0"/>
                <a:cs typeface="Times New Roman" panose="02020603050405020304" pitchFamily="18" charset="0"/>
              </a:rPr>
              <a:t>Motivation</a:t>
            </a:r>
            <a:r>
              <a:rPr lang="en-US" dirty="0"/>
              <a:t> </a:t>
            </a:r>
          </a:p>
        </p:txBody>
      </p:sp>
      <p:sp>
        <p:nvSpPr>
          <p:cNvPr id="14" name="Subtitle 4"/>
          <p:cNvSpPr txBox="1">
            <a:spLocks/>
          </p:cNvSpPr>
          <p:nvPr/>
        </p:nvSpPr>
        <p:spPr>
          <a:xfrm>
            <a:off x="-402999" y="3971930"/>
            <a:ext cx="3203684" cy="68797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ctr" rtl="0">
              <a:lnSpc>
                <a:spcPct val="90000"/>
              </a:lnSpc>
              <a:spcBef>
                <a:spcPts val="1035"/>
              </a:spcBef>
              <a:spcAft>
                <a:spcPts val="0"/>
              </a:spcAft>
              <a:buClr>
                <a:schemeClr val="dk1"/>
              </a:buClr>
              <a:buSzPts val="2400"/>
              <a:buFont typeface="Arial"/>
              <a:buNone/>
              <a:defRPr sz="2484" b="0" i="0" u="none" strike="noStrike" cap="none">
                <a:solidFill>
                  <a:schemeClr val="dk1"/>
                </a:solidFill>
                <a:latin typeface="Calibri"/>
                <a:ea typeface="Calibri"/>
                <a:cs typeface="Calibri"/>
                <a:sym typeface="Calibri"/>
              </a:defRPr>
            </a:lvl1pPr>
            <a:lvl2pPr marL="914400" marR="0" lvl="1" indent="-381000" algn="ctr" rtl="0">
              <a:lnSpc>
                <a:spcPct val="90000"/>
              </a:lnSpc>
              <a:spcBef>
                <a:spcPts val="518"/>
              </a:spcBef>
              <a:spcAft>
                <a:spcPts val="0"/>
              </a:spcAft>
              <a:buClr>
                <a:schemeClr val="dk1"/>
              </a:buClr>
              <a:buSzPts val="2000"/>
              <a:buFont typeface="Arial"/>
              <a:buNone/>
              <a:defRPr sz="2069" b="0" i="0" u="none" strike="noStrike" cap="none">
                <a:solidFill>
                  <a:schemeClr val="dk1"/>
                </a:solidFill>
                <a:latin typeface="Calibri"/>
                <a:ea typeface="Calibri"/>
                <a:cs typeface="Calibri"/>
                <a:sym typeface="Calibri"/>
              </a:defRPr>
            </a:lvl2pPr>
            <a:lvl3pPr marL="1371600" marR="0" lvl="2" indent="-355600" algn="ctr" rtl="0">
              <a:lnSpc>
                <a:spcPct val="90000"/>
              </a:lnSpc>
              <a:spcBef>
                <a:spcPts val="518"/>
              </a:spcBef>
              <a:spcAft>
                <a:spcPts val="0"/>
              </a:spcAft>
              <a:buClr>
                <a:schemeClr val="dk1"/>
              </a:buClr>
              <a:buSzPts val="1800"/>
              <a:buFont typeface="Arial"/>
              <a:buNone/>
              <a:defRPr sz="1862" b="0" i="0" u="none" strike="noStrike" cap="none">
                <a:solidFill>
                  <a:schemeClr val="dk1"/>
                </a:solidFill>
                <a:latin typeface="Calibri"/>
                <a:ea typeface="Calibri"/>
                <a:cs typeface="Calibri"/>
                <a:sym typeface="Calibri"/>
              </a:defRPr>
            </a:lvl3pPr>
            <a:lvl4pPr marL="1828800" marR="0" lvl="3" indent="-342900" algn="ctr" rtl="0">
              <a:lnSpc>
                <a:spcPct val="90000"/>
              </a:lnSpc>
              <a:spcBef>
                <a:spcPts val="518"/>
              </a:spcBef>
              <a:spcAft>
                <a:spcPts val="0"/>
              </a:spcAft>
              <a:buClr>
                <a:schemeClr val="dk1"/>
              </a:buClr>
              <a:buSzPts val="1600"/>
              <a:buFont typeface="Arial"/>
              <a:buNone/>
              <a:defRPr sz="1656" b="0" i="0" u="none" strike="noStrike" cap="none">
                <a:solidFill>
                  <a:schemeClr val="dk1"/>
                </a:solidFill>
                <a:latin typeface="Calibri"/>
                <a:ea typeface="Calibri"/>
                <a:cs typeface="Calibri"/>
                <a:sym typeface="Calibri"/>
              </a:defRPr>
            </a:lvl4pPr>
            <a:lvl5pPr marL="2286000" marR="0" lvl="4" indent="-342900" algn="ctr" rtl="0">
              <a:lnSpc>
                <a:spcPct val="90000"/>
              </a:lnSpc>
              <a:spcBef>
                <a:spcPts val="518"/>
              </a:spcBef>
              <a:spcAft>
                <a:spcPts val="0"/>
              </a:spcAft>
              <a:buClr>
                <a:schemeClr val="dk1"/>
              </a:buClr>
              <a:buSzPts val="1600"/>
              <a:buFont typeface="Arial"/>
              <a:buNone/>
              <a:defRPr sz="1656" b="0" i="0" u="none" strike="noStrike" cap="none">
                <a:solidFill>
                  <a:schemeClr val="dk1"/>
                </a:solidFill>
                <a:latin typeface="Calibri"/>
                <a:ea typeface="Calibri"/>
                <a:cs typeface="Calibri"/>
                <a:sym typeface="Calibri"/>
              </a:defRPr>
            </a:lvl5pPr>
            <a:lvl6pPr marL="2743200" marR="0" lvl="5" indent="-342900" algn="ctr" rtl="0">
              <a:lnSpc>
                <a:spcPct val="90000"/>
              </a:lnSpc>
              <a:spcBef>
                <a:spcPts val="518"/>
              </a:spcBef>
              <a:spcAft>
                <a:spcPts val="0"/>
              </a:spcAft>
              <a:buClr>
                <a:schemeClr val="dk1"/>
              </a:buClr>
              <a:buSzPts val="1600"/>
              <a:buFont typeface="Arial"/>
              <a:buNone/>
              <a:defRPr sz="1656" b="0" i="0" u="none" strike="noStrike" cap="none">
                <a:solidFill>
                  <a:schemeClr val="dk1"/>
                </a:solidFill>
                <a:latin typeface="Calibri"/>
                <a:ea typeface="Calibri"/>
                <a:cs typeface="Calibri"/>
                <a:sym typeface="Calibri"/>
              </a:defRPr>
            </a:lvl6pPr>
            <a:lvl7pPr marL="3200400" marR="0" lvl="6" indent="-342900" algn="ctr" rtl="0">
              <a:lnSpc>
                <a:spcPct val="90000"/>
              </a:lnSpc>
              <a:spcBef>
                <a:spcPts val="518"/>
              </a:spcBef>
              <a:spcAft>
                <a:spcPts val="0"/>
              </a:spcAft>
              <a:buClr>
                <a:schemeClr val="dk1"/>
              </a:buClr>
              <a:buSzPts val="1600"/>
              <a:buFont typeface="Arial"/>
              <a:buNone/>
              <a:defRPr sz="1656" b="0" i="0" u="none" strike="noStrike" cap="none">
                <a:solidFill>
                  <a:schemeClr val="dk1"/>
                </a:solidFill>
                <a:latin typeface="Calibri"/>
                <a:ea typeface="Calibri"/>
                <a:cs typeface="Calibri"/>
                <a:sym typeface="Calibri"/>
              </a:defRPr>
            </a:lvl7pPr>
            <a:lvl8pPr marL="3657600" marR="0" lvl="7" indent="-342900" algn="ctr" rtl="0">
              <a:lnSpc>
                <a:spcPct val="90000"/>
              </a:lnSpc>
              <a:spcBef>
                <a:spcPts val="518"/>
              </a:spcBef>
              <a:spcAft>
                <a:spcPts val="0"/>
              </a:spcAft>
              <a:buClr>
                <a:schemeClr val="dk1"/>
              </a:buClr>
              <a:buSzPts val="1600"/>
              <a:buFont typeface="Arial"/>
              <a:buNone/>
              <a:defRPr sz="1656" b="0" i="0" u="none" strike="noStrike" cap="none">
                <a:solidFill>
                  <a:schemeClr val="dk1"/>
                </a:solidFill>
                <a:latin typeface="Calibri"/>
                <a:ea typeface="Calibri"/>
                <a:cs typeface="Calibri"/>
                <a:sym typeface="Calibri"/>
              </a:defRPr>
            </a:lvl8pPr>
            <a:lvl9pPr marL="4114800" marR="0" lvl="8" indent="-342900" algn="ctr" rtl="0">
              <a:lnSpc>
                <a:spcPct val="90000"/>
              </a:lnSpc>
              <a:spcBef>
                <a:spcPts val="518"/>
              </a:spcBef>
              <a:spcAft>
                <a:spcPts val="0"/>
              </a:spcAft>
              <a:buClr>
                <a:schemeClr val="dk1"/>
              </a:buClr>
              <a:buSzPts val="1600"/>
              <a:buFont typeface="Arial"/>
              <a:buNone/>
              <a:defRPr sz="1656" b="0" i="0" u="none" strike="noStrike" cap="none">
                <a:solidFill>
                  <a:schemeClr val="dk1"/>
                </a:solidFill>
                <a:latin typeface="Calibri"/>
                <a:ea typeface="Calibri"/>
                <a:cs typeface="Calibri"/>
                <a:sym typeface="Calibri"/>
              </a:defRPr>
            </a:lvl9pPr>
          </a:lstStyle>
          <a:p>
            <a:r>
              <a:rPr lang="en-US" sz="3300" dirty="0">
                <a:solidFill>
                  <a:srgbClr val="FA6690"/>
                </a:solidFill>
                <a:latin typeface="Times New Roman"/>
                <a:ea typeface="Times New Roman"/>
                <a:cs typeface="Times New Roman"/>
                <a:sym typeface="Arial"/>
              </a:rPr>
              <a:t>04</a:t>
            </a:r>
            <a:r>
              <a:rPr lang="en-US" dirty="0"/>
              <a:t> </a:t>
            </a:r>
            <a:r>
              <a:rPr lang="en-US" sz="3300" dirty="0">
                <a:latin typeface="Times New Roman" panose="02020603050405020304" pitchFamily="18" charset="0"/>
                <a:cs typeface="Times New Roman" panose="02020603050405020304" pitchFamily="18" charset="0"/>
              </a:rPr>
              <a:t>Objective </a:t>
            </a:r>
            <a:r>
              <a:rPr lang="en-US" dirty="0"/>
              <a:t> </a:t>
            </a:r>
          </a:p>
        </p:txBody>
      </p:sp>
      <p:sp>
        <p:nvSpPr>
          <p:cNvPr id="15" name="Subtitle 4"/>
          <p:cNvSpPr txBox="1">
            <a:spLocks/>
          </p:cNvSpPr>
          <p:nvPr/>
        </p:nvSpPr>
        <p:spPr>
          <a:xfrm>
            <a:off x="0" y="4866223"/>
            <a:ext cx="3203684" cy="68797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ctr" rtl="0">
              <a:lnSpc>
                <a:spcPct val="90000"/>
              </a:lnSpc>
              <a:spcBef>
                <a:spcPts val="1035"/>
              </a:spcBef>
              <a:spcAft>
                <a:spcPts val="0"/>
              </a:spcAft>
              <a:buClr>
                <a:schemeClr val="dk1"/>
              </a:buClr>
              <a:buSzPts val="2400"/>
              <a:buFont typeface="Arial"/>
              <a:buNone/>
              <a:defRPr sz="2484" b="0" i="0" u="none" strike="noStrike" cap="none">
                <a:solidFill>
                  <a:schemeClr val="dk1"/>
                </a:solidFill>
                <a:latin typeface="Calibri"/>
                <a:ea typeface="Calibri"/>
                <a:cs typeface="Calibri"/>
                <a:sym typeface="Calibri"/>
              </a:defRPr>
            </a:lvl1pPr>
            <a:lvl2pPr marL="914400" marR="0" lvl="1" indent="-381000" algn="ctr" rtl="0">
              <a:lnSpc>
                <a:spcPct val="90000"/>
              </a:lnSpc>
              <a:spcBef>
                <a:spcPts val="518"/>
              </a:spcBef>
              <a:spcAft>
                <a:spcPts val="0"/>
              </a:spcAft>
              <a:buClr>
                <a:schemeClr val="dk1"/>
              </a:buClr>
              <a:buSzPts val="2000"/>
              <a:buFont typeface="Arial"/>
              <a:buNone/>
              <a:defRPr sz="2069" b="0" i="0" u="none" strike="noStrike" cap="none">
                <a:solidFill>
                  <a:schemeClr val="dk1"/>
                </a:solidFill>
                <a:latin typeface="Calibri"/>
                <a:ea typeface="Calibri"/>
                <a:cs typeface="Calibri"/>
                <a:sym typeface="Calibri"/>
              </a:defRPr>
            </a:lvl2pPr>
            <a:lvl3pPr marL="1371600" marR="0" lvl="2" indent="-355600" algn="ctr" rtl="0">
              <a:lnSpc>
                <a:spcPct val="90000"/>
              </a:lnSpc>
              <a:spcBef>
                <a:spcPts val="518"/>
              </a:spcBef>
              <a:spcAft>
                <a:spcPts val="0"/>
              </a:spcAft>
              <a:buClr>
                <a:schemeClr val="dk1"/>
              </a:buClr>
              <a:buSzPts val="1800"/>
              <a:buFont typeface="Arial"/>
              <a:buNone/>
              <a:defRPr sz="1862" b="0" i="0" u="none" strike="noStrike" cap="none">
                <a:solidFill>
                  <a:schemeClr val="dk1"/>
                </a:solidFill>
                <a:latin typeface="Calibri"/>
                <a:ea typeface="Calibri"/>
                <a:cs typeface="Calibri"/>
                <a:sym typeface="Calibri"/>
              </a:defRPr>
            </a:lvl3pPr>
            <a:lvl4pPr marL="1828800" marR="0" lvl="3" indent="-342900" algn="ctr" rtl="0">
              <a:lnSpc>
                <a:spcPct val="90000"/>
              </a:lnSpc>
              <a:spcBef>
                <a:spcPts val="518"/>
              </a:spcBef>
              <a:spcAft>
                <a:spcPts val="0"/>
              </a:spcAft>
              <a:buClr>
                <a:schemeClr val="dk1"/>
              </a:buClr>
              <a:buSzPts val="1600"/>
              <a:buFont typeface="Arial"/>
              <a:buNone/>
              <a:defRPr sz="1656" b="0" i="0" u="none" strike="noStrike" cap="none">
                <a:solidFill>
                  <a:schemeClr val="dk1"/>
                </a:solidFill>
                <a:latin typeface="Calibri"/>
                <a:ea typeface="Calibri"/>
                <a:cs typeface="Calibri"/>
                <a:sym typeface="Calibri"/>
              </a:defRPr>
            </a:lvl4pPr>
            <a:lvl5pPr marL="2286000" marR="0" lvl="4" indent="-342900" algn="ctr" rtl="0">
              <a:lnSpc>
                <a:spcPct val="90000"/>
              </a:lnSpc>
              <a:spcBef>
                <a:spcPts val="518"/>
              </a:spcBef>
              <a:spcAft>
                <a:spcPts val="0"/>
              </a:spcAft>
              <a:buClr>
                <a:schemeClr val="dk1"/>
              </a:buClr>
              <a:buSzPts val="1600"/>
              <a:buFont typeface="Arial"/>
              <a:buNone/>
              <a:defRPr sz="1656" b="0" i="0" u="none" strike="noStrike" cap="none">
                <a:solidFill>
                  <a:schemeClr val="dk1"/>
                </a:solidFill>
                <a:latin typeface="Calibri"/>
                <a:ea typeface="Calibri"/>
                <a:cs typeface="Calibri"/>
                <a:sym typeface="Calibri"/>
              </a:defRPr>
            </a:lvl5pPr>
            <a:lvl6pPr marL="2743200" marR="0" lvl="5" indent="-342900" algn="ctr" rtl="0">
              <a:lnSpc>
                <a:spcPct val="90000"/>
              </a:lnSpc>
              <a:spcBef>
                <a:spcPts val="518"/>
              </a:spcBef>
              <a:spcAft>
                <a:spcPts val="0"/>
              </a:spcAft>
              <a:buClr>
                <a:schemeClr val="dk1"/>
              </a:buClr>
              <a:buSzPts val="1600"/>
              <a:buFont typeface="Arial"/>
              <a:buNone/>
              <a:defRPr sz="1656" b="0" i="0" u="none" strike="noStrike" cap="none">
                <a:solidFill>
                  <a:schemeClr val="dk1"/>
                </a:solidFill>
                <a:latin typeface="Calibri"/>
                <a:ea typeface="Calibri"/>
                <a:cs typeface="Calibri"/>
                <a:sym typeface="Calibri"/>
              </a:defRPr>
            </a:lvl6pPr>
            <a:lvl7pPr marL="3200400" marR="0" lvl="6" indent="-342900" algn="ctr" rtl="0">
              <a:lnSpc>
                <a:spcPct val="90000"/>
              </a:lnSpc>
              <a:spcBef>
                <a:spcPts val="518"/>
              </a:spcBef>
              <a:spcAft>
                <a:spcPts val="0"/>
              </a:spcAft>
              <a:buClr>
                <a:schemeClr val="dk1"/>
              </a:buClr>
              <a:buSzPts val="1600"/>
              <a:buFont typeface="Arial"/>
              <a:buNone/>
              <a:defRPr sz="1656" b="0" i="0" u="none" strike="noStrike" cap="none">
                <a:solidFill>
                  <a:schemeClr val="dk1"/>
                </a:solidFill>
                <a:latin typeface="Calibri"/>
                <a:ea typeface="Calibri"/>
                <a:cs typeface="Calibri"/>
                <a:sym typeface="Calibri"/>
              </a:defRPr>
            </a:lvl7pPr>
            <a:lvl8pPr marL="3657600" marR="0" lvl="7" indent="-342900" algn="ctr" rtl="0">
              <a:lnSpc>
                <a:spcPct val="90000"/>
              </a:lnSpc>
              <a:spcBef>
                <a:spcPts val="518"/>
              </a:spcBef>
              <a:spcAft>
                <a:spcPts val="0"/>
              </a:spcAft>
              <a:buClr>
                <a:schemeClr val="dk1"/>
              </a:buClr>
              <a:buSzPts val="1600"/>
              <a:buFont typeface="Arial"/>
              <a:buNone/>
              <a:defRPr sz="1656" b="0" i="0" u="none" strike="noStrike" cap="none">
                <a:solidFill>
                  <a:schemeClr val="dk1"/>
                </a:solidFill>
                <a:latin typeface="Calibri"/>
                <a:ea typeface="Calibri"/>
                <a:cs typeface="Calibri"/>
                <a:sym typeface="Calibri"/>
              </a:defRPr>
            </a:lvl8pPr>
            <a:lvl9pPr marL="4114800" marR="0" lvl="8" indent="-342900" algn="ctr" rtl="0">
              <a:lnSpc>
                <a:spcPct val="90000"/>
              </a:lnSpc>
              <a:spcBef>
                <a:spcPts val="518"/>
              </a:spcBef>
              <a:spcAft>
                <a:spcPts val="0"/>
              </a:spcAft>
              <a:buClr>
                <a:schemeClr val="dk1"/>
              </a:buClr>
              <a:buSzPts val="1600"/>
              <a:buFont typeface="Arial"/>
              <a:buNone/>
              <a:defRPr sz="1656" b="0" i="0" u="none" strike="noStrike" cap="none">
                <a:solidFill>
                  <a:schemeClr val="dk1"/>
                </a:solidFill>
                <a:latin typeface="Calibri"/>
                <a:ea typeface="Calibri"/>
                <a:cs typeface="Calibri"/>
                <a:sym typeface="Calibri"/>
              </a:defRPr>
            </a:lvl9pPr>
          </a:lstStyle>
          <a:p>
            <a:r>
              <a:rPr lang="en-US" sz="3300" dirty="0">
                <a:solidFill>
                  <a:srgbClr val="FA6690"/>
                </a:solidFill>
                <a:latin typeface="Times New Roman"/>
                <a:ea typeface="Times New Roman"/>
                <a:cs typeface="Times New Roman"/>
                <a:sym typeface="Arial"/>
              </a:rPr>
              <a:t>05</a:t>
            </a:r>
            <a:r>
              <a:rPr lang="en-US" dirty="0"/>
              <a:t> </a:t>
            </a:r>
            <a:r>
              <a:rPr lang="en-US" sz="3300" dirty="0">
                <a:latin typeface="Times New Roman" panose="02020603050405020304" pitchFamily="18" charset="0"/>
                <a:cs typeface="Times New Roman" panose="02020603050405020304" pitchFamily="18" charset="0"/>
              </a:rPr>
              <a:t>Related Work</a:t>
            </a:r>
            <a:r>
              <a:rPr lang="en-US" dirty="0"/>
              <a:t> </a:t>
            </a:r>
          </a:p>
        </p:txBody>
      </p:sp>
      <p:sp>
        <p:nvSpPr>
          <p:cNvPr id="16" name="Subtitle 4"/>
          <p:cNvSpPr txBox="1">
            <a:spLocks/>
          </p:cNvSpPr>
          <p:nvPr/>
        </p:nvSpPr>
        <p:spPr>
          <a:xfrm>
            <a:off x="4861552" y="1346211"/>
            <a:ext cx="3203684" cy="66620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ctr" rtl="0">
              <a:lnSpc>
                <a:spcPct val="90000"/>
              </a:lnSpc>
              <a:spcBef>
                <a:spcPts val="1035"/>
              </a:spcBef>
              <a:spcAft>
                <a:spcPts val="0"/>
              </a:spcAft>
              <a:buClr>
                <a:schemeClr val="dk1"/>
              </a:buClr>
              <a:buSzPts val="2400"/>
              <a:buFont typeface="Arial"/>
              <a:buNone/>
              <a:defRPr sz="2484" b="0" i="0" u="none" strike="noStrike" cap="none">
                <a:solidFill>
                  <a:schemeClr val="dk1"/>
                </a:solidFill>
                <a:latin typeface="Calibri"/>
                <a:ea typeface="Calibri"/>
                <a:cs typeface="Calibri"/>
                <a:sym typeface="Calibri"/>
              </a:defRPr>
            </a:lvl1pPr>
            <a:lvl2pPr marL="914400" marR="0" lvl="1" indent="-381000" algn="ctr" rtl="0">
              <a:lnSpc>
                <a:spcPct val="90000"/>
              </a:lnSpc>
              <a:spcBef>
                <a:spcPts val="518"/>
              </a:spcBef>
              <a:spcAft>
                <a:spcPts val="0"/>
              </a:spcAft>
              <a:buClr>
                <a:schemeClr val="dk1"/>
              </a:buClr>
              <a:buSzPts val="2000"/>
              <a:buFont typeface="Arial"/>
              <a:buNone/>
              <a:defRPr sz="2069" b="0" i="0" u="none" strike="noStrike" cap="none">
                <a:solidFill>
                  <a:schemeClr val="dk1"/>
                </a:solidFill>
                <a:latin typeface="Calibri"/>
                <a:ea typeface="Calibri"/>
                <a:cs typeface="Calibri"/>
                <a:sym typeface="Calibri"/>
              </a:defRPr>
            </a:lvl2pPr>
            <a:lvl3pPr marL="1371600" marR="0" lvl="2" indent="-355600" algn="ctr" rtl="0">
              <a:lnSpc>
                <a:spcPct val="90000"/>
              </a:lnSpc>
              <a:spcBef>
                <a:spcPts val="518"/>
              </a:spcBef>
              <a:spcAft>
                <a:spcPts val="0"/>
              </a:spcAft>
              <a:buClr>
                <a:schemeClr val="dk1"/>
              </a:buClr>
              <a:buSzPts val="1800"/>
              <a:buFont typeface="Arial"/>
              <a:buNone/>
              <a:defRPr sz="1862" b="0" i="0" u="none" strike="noStrike" cap="none">
                <a:solidFill>
                  <a:schemeClr val="dk1"/>
                </a:solidFill>
                <a:latin typeface="Calibri"/>
                <a:ea typeface="Calibri"/>
                <a:cs typeface="Calibri"/>
                <a:sym typeface="Calibri"/>
              </a:defRPr>
            </a:lvl3pPr>
            <a:lvl4pPr marL="1828800" marR="0" lvl="3" indent="-342900" algn="ctr" rtl="0">
              <a:lnSpc>
                <a:spcPct val="90000"/>
              </a:lnSpc>
              <a:spcBef>
                <a:spcPts val="518"/>
              </a:spcBef>
              <a:spcAft>
                <a:spcPts val="0"/>
              </a:spcAft>
              <a:buClr>
                <a:schemeClr val="dk1"/>
              </a:buClr>
              <a:buSzPts val="1600"/>
              <a:buFont typeface="Arial"/>
              <a:buNone/>
              <a:defRPr sz="1656" b="0" i="0" u="none" strike="noStrike" cap="none">
                <a:solidFill>
                  <a:schemeClr val="dk1"/>
                </a:solidFill>
                <a:latin typeface="Calibri"/>
                <a:ea typeface="Calibri"/>
                <a:cs typeface="Calibri"/>
                <a:sym typeface="Calibri"/>
              </a:defRPr>
            </a:lvl4pPr>
            <a:lvl5pPr marL="2286000" marR="0" lvl="4" indent="-342900" algn="ctr" rtl="0">
              <a:lnSpc>
                <a:spcPct val="90000"/>
              </a:lnSpc>
              <a:spcBef>
                <a:spcPts val="518"/>
              </a:spcBef>
              <a:spcAft>
                <a:spcPts val="0"/>
              </a:spcAft>
              <a:buClr>
                <a:schemeClr val="dk1"/>
              </a:buClr>
              <a:buSzPts val="1600"/>
              <a:buFont typeface="Arial"/>
              <a:buNone/>
              <a:defRPr sz="1656" b="0" i="0" u="none" strike="noStrike" cap="none">
                <a:solidFill>
                  <a:schemeClr val="dk1"/>
                </a:solidFill>
                <a:latin typeface="Calibri"/>
                <a:ea typeface="Calibri"/>
                <a:cs typeface="Calibri"/>
                <a:sym typeface="Calibri"/>
              </a:defRPr>
            </a:lvl5pPr>
            <a:lvl6pPr marL="2743200" marR="0" lvl="5" indent="-342900" algn="ctr" rtl="0">
              <a:lnSpc>
                <a:spcPct val="90000"/>
              </a:lnSpc>
              <a:spcBef>
                <a:spcPts val="518"/>
              </a:spcBef>
              <a:spcAft>
                <a:spcPts val="0"/>
              </a:spcAft>
              <a:buClr>
                <a:schemeClr val="dk1"/>
              </a:buClr>
              <a:buSzPts val="1600"/>
              <a:buFont typeface="Arial"/>
              <a:buNone/>
              <a:defRPr sz="1656" b="0" i="0" u="none" strike="noStrike" cap="none">
                <a:solidFill>
                  <a:schemeClr val="dk1"/>
                </a:solidFill>
                <a:latin typeface="Calibri"/>
                <a:ea typeface="Calibri"/>
                <a:cs typeface="Calibri"/>
                <a:sym typeface="Calibri"/>
              </a:defRPr>
            </a:lvl6pPr>
            <a:lvl7pPr marL="3200400" marR="0" lvl="6" indent="-342900" algn="ctr" rtl="0">
              <a:lnSpc>
                <a:spcPct val="90000"/>
              </a:lnSpc>
              <a:spcBef>
                <a:spcPts val="518"/>
              </a:spcBef>
              <a:spcAft>
                <a:spcPts val="0"/>
              </a:spcAft>
              <a:buClr>
                <a:schemeClr val="dk1"/>
              </a:buClr>
              <a:buSzPts val="1600"/>
              <a:buFont typeface="Arial"/>
              <a:buNone/>
              <a:defRPr sz="1656" b="0" i="0" u="none" strike="noStrike" cap="none">
                <a:solidFill>
                  <a:schemeClr val="dk1"/>
                </a:solidFill>
                <a:latin typeface="Calibri"/>
                <a:ea typeface="Calibri"/>
                <a:cs typeface="Calibri"/>
                <a:sym typeface="Calibri"/>
              </a:defRPr>
            </a:lvl7pPr>
            <a:lvl8pPr marL="3657600" marR="0" lvl="7" indent="-342900" algn="ctr" rtl="0">
              <a:lnSpc>
                <a:spcPct val="90000"/>
              </a:lnSpc>
              <a:spcBef>
                <a:spcPts val="518"/>
              </a:spcBef>
              <a:spcAft>
                <a:spcPts val="0"/>
              </a:spcAft>
              <a:buClr>
                <a:schemeClr val="dk1"/>
              </a:buClr>
              <a:buSzPts val="1600"/>
              <a:buFont typeface="Arial"/>
              <a:buNone/>
              <a:defRPr sz="1656" b="0" i="0" u="none" strike="noStrike" cap="none">
                <a:solidFill>
                  <a:schemeClr val="dk1"/>
                </a:solidFill>
                <a:latin typeface="Calibri"/>
                <a:ea typeface="Calibri"/>
                <a:cs typeface="Calibri"/>
                <a:sym typeface="Calibri"/>
              </a:defRPr>
            </a:lvl8pPr>
            <a:lvl9pPr marL="4114800" marR="0" lvl="8" indent="-342900" algn="ctr" rtl="0">
              <a:lnSpc>
                <a:spcPct val="90000"/>
              </a:lnSpc>
              <a:spcBef>
                <a:spcPts val="518"/>
              </a:spcBef>
              <a:spcAft>
                <a:spcPts val="0"/>
              </a:spcAft>
              <a:buClr>
                <a:schemeClr val="dk1"/>
              </a:buClr>
              <a:buSzPts val="1600"/>
              <a:buFont typeface="Arial"/>
              <a:buNone/>
              <a:defRPr sz="1656" b="0" i="0" u="none" strike="noStrike" cap="none">
                <a:solidFill>
                  <a:schemeClr val="dk1"/>
                </a:solidFill>
                <a:latin typeface="Calibri"/>
                <a:ea typeface="Calibri"/>
                <a:cs typeface="Calibri"/>
                <a:sym typeface="Calibri"/>
              </a:defRPr>
            </a:lvl9pPr>
          </a:lstStyle>
          <a:p>
            <a:r>
              <a:rPr lang="en-US" sz="3300" dirty="0">
                <a:solidFill>
                  <a:srgbClr val="FA6690"/>
                </a:solidFill>
                <a:latin typeface="Times New Roman"/>
                <a:ea typeface="Times New Roman"/>
                <a:cs typeface="Times New Roman"/>
                <a:sym typeface="Arial"/>
              </a:rPr>
              <a:t>06</a:t>
            </a:r>
            <a:r>
              <a:rPr lang="en-US" dirty="0"/>
              <a:t> </a:t>
            </a:r>
            <a:r>
              <a:rPr lang="en-US" sz="3300" dirty="0">
                <a:latin typeface="Times New Roman" panose="02020603050405020304" pitchFamily="18" charset="0"/>
                <a:cs typeface="Times New Roman" panose="02020603050405020304" pitchFamily="18" charset="0"/>
              </a:rPr>
              <a:t>System Flow</a:t>
            </a:r>
            <a:r>
              <a:rPr lang="en-US" dirty="0"/>
              <a:t> </a:t>
            </a:r>
          </a:p>
        </p:txBody>
      </p:sp>
      <p:sp>
        <p:nvSpPr>
          <p:cNvPr id="18" name="Subtitle 4"/>
          <p:cNvSpPr txBox="1">
            <a:spLocks/>
          </p:cNvSpPr>
          <p:nvPr/>
        </p:nvSpPr>
        <p:spPr>
          <a:xfrm>
            <a:off x="4409022" y="2190264"/>
            <a:ext cx="3203684" cy="66620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ctr" rtl="0">
              <a:lnSpc>
                <a:spcPct val="90000"/>
              </a:lnSpc>
              <a:spcBef>
                <a:spcPts val="1035"/>
              </a:spcBef>
              <a:spcAft>
                <a:spcPts val="0"/>
              </a:spcAft>
              <a:buClr>
                <a:schemeClr val="dk1"/>
              </a:buClr>
              <a:buSzPts val="2400"/>
              <a:buFont typeface="Arial"/>
              <a:buNone/>
              <a:defRPr sz="2484" b="0" i="0" u="none" strike="noStrike" cap="none">
                <a:solidFill>
                  <a:schemeClr val="dk1"/>
                </a:solidFill>
                <a:latin typeface="Calibri"/>
                <a:ea typeface="Calibri"/>
                <a:cs typeface="Calibri"/>
                <a:sym typeface="Calibri"/>
              </a:defRPr>
            </a:lvl1pPr>
            <a:lvl2pPr marL="914400" marR="0" lvl="1" indent="-381000" algn="ctr" rtl="0">
              <a:lnSpc>
                <a:spcPct val="90000"/>
              </a:lnSpc>
              <a:spcBef>
                <a:spcPts val="518"/>
              </a:spcBef>
              <a:spcAft>
                <a:spcPts val="0"/>
              </a:spcAft>
              <a:buClr>
                <a:schemeClr val="dk1"/>
              </a:buClr>
              <a:buSzPts val="2000"/>
              <a:buFont typeface="Arial"/>
              <a:buNone/>
              <a:defRPr sz="2069" b="0" i="0" u="none" strike="noStrike" cap="none">
                <a:solidFill>
                  <a:schemeClr val="dk1"/>
                </a:solidFill>
                <a:latin typeface="Calibri"/>
                <a:ea typeface="Calibri"/>
                <a:cs typeface="Calibri"/>
                <a:sym typeface="Calibri"/>
              </a:defRPr>
            </a:lvl2pPr>
            <a:lvl3pPr marL="1371600" marR="0" lvl="2" indent="-355600" algn="ctr" rtl="0">
              <a:lnSpc>
                <a:spcPct val="90000"/>
              </a:lnSpc>
              <a:spcBef>
                <a:spcPts val="518"/>
              </a:spcBef>
              <a:spcAft>
                <a:spcPts val="0"/>
              </a:spcAft>
              <a:buClr>
                <a:schemeClr val="dk1"/>
              </a:buClr>
              <a:buSzPts val="1800"/>
              <a:buFont typeface="Arial"/>
              <a:buNone/>
              <a:defRPr sz="1862" b="0" i="0" u="none" strike="noStrike" cap="none">
                <a:solidFill>
                  <a:schemeClr val="dk1"/>
                </a:solidFill>
                <a:latin typeface="Calibri"/>
                <a:ea typeface="Calibri"/>
                <a:cs typeface="Calibri"/>
                <a:sym typeface="Calibri"/>
              </a:defRPr>
            </a:lvl3pPr>
            <a:lvl4pPr marL="1828800" marR="0" lvl="3" indent="-342900" algn="ctr" rtl="0">
              <a:lnSpc>
                <a:spcPct val="90000"/>
              </a:lnSpc>
              <a:spcBef>
                <a:spcPts val="518"/>
              </a:spcBef>
              <a:spcAft>
                <a:spcPts val="0"/>
              </a:spcAft>
              <a:buClr>
                <a:schemeClr val="dk1"/>
              </a:buClr>
              <a:buSzPts val="1600"/>
              <a:buFont typeface="Arial"/>
              <a:buNone/>
              <a:defRPr sz="1656" b="0" i="0" u="none" strike="noStrike" cap="none">
                <a:solidFill>
                  <a:schemeClr val="dk1"/>
                </a:solidFill>
                <a:latin typeface="Calibri"/>
                <a:ea typeface="Calibri"/>
                <a:cs typeface="Calibri"/>
                <a:sym typeface="Calibri"/>
              </a:defRPr>
            </a:lvl4pPr>
            <a:lvl5pPr marL="2286000" marR="0" lvl="4" indent="-342900" algn="ctr" rtl="0">
              <a:lnSpc>
                <a:spcPct val="90000"/>
              </a:lnSpc>
              <a:spcBef>
                <a:spcPts val="518"/>
              </a:spcBef>
              <a:spcAft>
                <a:spcPts val="0"/>
              </a:spcAft>
              <a:buClr>
                <a:schemeClr val="dk1"/>
              </a:buClr>
              <a:buSzPts val="1600"/>
              <a:buFont typeface="Arial"/>
              <a:buNone/>
              <a:defRPr sz="1656" b="0" i="0" u="none" strike="noStrike" cap="none">
                <a:solidFill>
                  <a:schemeClr val="dk1"/>
                </a:solidFill>
                <a:latin typeface="Calibri"/>
                <a:ea typeface="Calibri"/>
                <a:cs typeface="Calibri"/>
                <a:sym typeface="Calibri"/>
              </a:defRPr>
            </a:lvl5pPr>
            <a:lvl6pPr marL="2743200" marR="0" lvl="5" indent="-342900" algn="ctr" rtl="0">
              <a:lnSpc>
                <a:spcPct val="90000"/>
              </a:lnSpc>
              <a:spcBef>
                <a:spcPts val="518"/>
              </a:spcBef>
              <a:spcAft>
                <a:spcPts val="0"/>
              </a:spcAft>
              <a:buClr>
                <a:schemeClr val="dk1"/>
              </a:buClr>
              <a:buSzPts val="1600"/>
              <a:buFont typeface="Arial"/>
              <a:buNone/>
              <a:defRPr sz="1656" b="0" i="0" u="none" strike="noStrike" cap="none">
                <a:solidFill>
                  <a:schemeClr val="dk1"/>
                </a:solidFill>
                <a:latin typeface="Calibri"/>
                <a:ea typeface="Calibri"/>
                <a:cs typeface="Calibri"/>
                <a:sym typeface="Calibri"/>
              </a:defRPr>
            </a:lvl6pPr>
            <a:lvl7pPr marL="3200400" marR="0" lvl="6" indent="-342900" algn="ctr" rtl="0">
              <a:lnSpc>
                <a:spcPct val="90000"/>
              </a:lnSpc>
              <a:spcBef>
                <a:spcPts val="518"/>
              </a:spcBef>
              <a:spcAft>
                <a:spcPts val="0"/>
              </a:spcAft>
              <a:buClr>
                <a:schemeClr val="dk1"/>
              </a:buClr>
              <a:buSzPts val="1600"/>
              <a:buFont typeface="Arial"/>
              <a:buNone/>
              <a:defRPr sz="1656" b="0" i="0" u="none" strike="noStrike" cap="none">
                <a:solidFill>
                  <a:schemeClr val="dk1"/>
                </a:solidFill>
                <a:latin typeface="Calibri"/>
                <a:ea typeface="Calibri"/>
                <a:cs typeface="Calibri"/>
                <a:sym typeface="Calibri"/>
              </a:defRPr>
            </a:lvl7pPr>
            <a:lvl8pPr marL="3657600" marR="0" lvl="7" indent="-342900" algn="ctr" rtl="0">
              <a:lnSpc>
                <a:spcPct val="90000"/>
              </a:lnSpc>
              <a:spcBef>
                <a:spcPts val="518"/>
              </a:spcBef>
              <a:spcAft>
                <a:spcPts val="0"/>
              </a:spcAft>
              <a:buClr>
                <a:schemeClr val="dk1"/>
              </a:buClr>
              <a:buSzPts val="1600"/>
              <a:buFont typeface="Arial"/>
              <a:buNone/>
              <a:defRPr sz="1656" b="0" i="0" u="none" strike="noStrike" cap="none">
                <a:solidFill>
                  <a:schemeClr val="dk1"/>
                </a:solidFill>
                <a:latin typeface="Calibri"/>
                <a:ea typeface="Calibri"/>
                <a:cs typeface="Calibri"/>
                <a:sym typeface="Calibri"/>
              </a:defRPr>
            </a:lvl8pPr>
            <a:lvl9pPr marL="4114800" marR="0" lvl="8" indent="-342900" algn="ctr" rtl="0">
              <a:lnSpc>
                <a:spcPct val="90000"/>
              </a:lnSpc>
              <a:spcBef>
                <a:spcPts val="518"/>
              </a:spcBef>
              <a:spcAft>
                <a:spcPts val="0"/>
              </a:spcAft>
              <a:buClr>
                <a:schemeClr val="dk1"/>
              </a:buClr>
              <a:buSzPts val="1600"/>
              <a:buFont typeface="Arial"/>
              <a:buNone/>
              <a:defRPr sz="1656" b="0" i="0" u="none" strike="noStrike" cap="none">
                <a:solidFill>
                  <a:schemeClr val="dk1"/>
                </a:solidFill>
                <a:latin typeface="Calibri"/>
                <a:ea typeface="Calibri"/>
                <a:cs typeface="Calibri"/>
                <a:sym typeface="Calibri"/>
              </a:defRPr>
            </a:lvl9pPr>
          </a:lstStyle>
          <a:p>
            <a:r>
              <a:rPr lang="en-US" sz="3300" dirty="0">
                <a:solidFill>
                  <a:srgbClr val="FA6690"/>
                </a:solidFill>
                <a:latin typeface="Times New Roman"/>
                <a:ea typeface="Times New Roman"/>
                <a:cs typeface="Times New Roman"/>
                <a:sym typeface="Arial"/>
              </a:rPr>
              <a:t>07</a:t>
            </a:r>
            <a:r>
              <a:rPr lang="en-US" dirty="0"/>
              <a:t> </a:t>
            </a:r>
            <a:r>
              <a:rPr lang="en-US" sz="3300" dirty="0">
                <a:latin typeface="Times New Roman" panose="02020603050405020304" pitchFamily="18" charset="0"/>
                <a:cs typeface="Times New Roman" panose="02020603050405020304" pitchFamily="18" charset="0"/>
              </a:rPr>
              <a:t>Results</a:t>
            </a:r>
            <a:r>
              <a:rPr lang="en-US" dirty="0"/>
              <a:t> </a:t>
            </a:r>
          </a:p>
        </p:txBody>
      </p:sp>
      <p:sp>
        <p:nvSpPr>
          <p:cNvPr id="19" name="Subtitle 4"/>
          <p:cNvSpPr txBox="1">
            <a:spLocks/>
          </p:cNvSpPr>
          <p:nvPr/>
        </p:nvSpPr>
        <p:spPr>
          <a:xfrm>
            <a:off x="4313227" y="3075518"/>
            <a:ext cx="3203684" cy="66620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ctr" rtl="0">
              <a:lnSpc>
                <a:spcPct val="90000"/>
              </a:lnSpc>
              <a:spcBef>
                <a:spcPts val="1035"/>
              </a:spcBef>
              <a:spcAft>
                <a:spcPts val="0"/>
              </a:spcAft>
              <a:buClr>
                <a:schemeClr val="dk1"/>
              </a:buClr>
              <a:buSzPts val="2400"/>
              <a:buFont typeface="Arial"/>
              <a:buNone/>
              <a:defRPr sz="2484" b="0" i="0" u="none" strike="noStrike" cap="none">
                <a:solidFill>
                  <a:schemeClr val="dk1"/>
                </a:solidFill>
                <a:latin typeface="Calibri"/>
                <a:ea typeface="Calibri"/>
                <a:cs typeface="Calibri"/>
                <a:sym typeface="Calibri"/>
              </a:defRPr>
            </a:lvl1pPr>
            <a:lvl2pPr marL="914400" marR="0" lvl="1" indent="-381000" algn="ctr" rtl="0">
              <a:lnSpc>
                <a:spcPct val="90000"/>
              </a:lnSpc>
              <a:spcBef>
                <a:spcPts val="518"/>
              </a:spcBef>
              <a:spcAft>
                <a:spcPts val="0"/>
              </a:spcAft>
              <a:buClr>
                <a:schemeClr val="dk1"/>
              </a:buClr>
              <a:buSzPts val="2000"/>
              <a:buFont typeface="Arial"/>
              <a:buNone/>
              <a:defRPr sz="2069" b="0" i="0" u="none" strike="noStrike" cap="none">
                <a:solidFill>
                  <a:schemeClr val="dk1"/>
                </a:solidFill>
                <a:latin typeface="Calibri"/>
                <a:ea typeface="Calibri"/>
                <a:cs typeface="Calibri"/>
                <a:sym typeface="Calibri"/>
              </a:defRPr>
            </a:lvl2pPr>
            <a:lvl3pPr marL="1371600" marR="0" lvl="2" indent="-355600" algn="ctr" rtl="0">
              <a:lnSpc>
                <a:spcPct val="90000"/>
              </a:lnSpc>
              <a:spcBef>
                <a:spcPts val="518"/>
              </a:spcBef>
              <a:spcAft>
                <a:spcPts val="0"/>
              </a:spcAft>
              <a:buClr>
                <a:schemeClr val="dk1"/>
              </a:buClr>
              <a:buSzPts val="1800"/>
              <a:buFont typeface="Arial"/>
              <a:buNone/>
              <a:defRPr sz="1862" b="0" i="0" u="none" strike="noStrike" cap="none">
                <a:solidFill>
                  <a:schemeClr val="dk1"/>
                </a:solidFill>
                <a:latin typeface="Calibri"/>
                <a:ea typeface="Calibri"/>
                <a:cs typeface="Calibri"/>
                <a:sym typeface="Calibri"/>
              </a:defRPr>
            </a:lvl3pPr>
            <a:lvl4pPr marL="1828800" marR="0" lvl="3" indent="-342900" algn="ctr" rtl="0">
              <a:lnSpc>
                <a:spcPct val="90000"/>
              </a:lnSpc>
              <a:spcBef>
                <a:spcPts val="518"/>
              </a:spcBef>
              <a:spcAft>
                <a:spcPts val="0"/>
              </a:spcAft>
              <a:buClr>
                <a:schemeClr val="dk1"/>
              </a:buClr>
              <a:buSzPts val="1600"/>
              <a:buFont typeface="Arial"/>
              <a:buNone/>
              <a:defRPr sz="1656" b="0" i="0" u="none" strike="noStrike" cap="none">
                <a:solidFill>
                  <a:schemeClr val="dk1"/>
                </a:solidFill>
                <a:latin typeface="Calibri"/>
                <a:ea typeface="Calibri"/>
                <a:cs typeface="Calibri"/>
                <a:sym typeface="Calibri"/>
              </a:defRPr>
            </a:lvl4pPr>
            <a:lvl5pPr marL="2286000" marR="0" lvl="4" indent="-342900" algn="ctr" rtl="0">
              <a:lnSpc>
                <a:spcPct val="90000"/>
              </a:lnSpc>
              <a:spcBef>
                <a:spcPts val="518"/>
              </a:spcBef>
              <a:spcAft>
                <a:spcPts val="0"/>
              </a:spcAft>
              <a:buClr>
                <a:schemeClr val="dk1"/>
              </a:buClr>
              <a:buSzPts val="1600"/>
              <a:buFont typeface="Arial"/>
              <a:buNone/>
              <a:defRPr sz="1656" b="0" i="0" u="none" strike="noStrike" cap="none">
                <a:solidFill>
                  <a:schemeClr val="dk1"/>
                </a:solidFill>
                <a:latin typeface="Calibri"/>
                <a:ea typeface="Calibri"/>
                <a:cs typeface="Calibri"/>
                <a:sym typeface="Calibri"/>
              </a:defRPr>
            </a:lvl5pPr>
            <a:lvl6pPr marL="2743200" marR="0" lvl="5" indent="-342900" algn="ctr" rtl="0">
              <a:lnSpc>
                <a:spcPct val="90000"/>
              </a:lnSpc>
              <a:spcBef>
                <a:spcPts val="518"/>
              </a:spcBef>
              <a:spcAft>
                <a:spcPts val="0"/>
              </a:spcAft>
              <a:buClr>
                <a:schemeClr val="dk1"/>
              </a:buClr>
              <a:buSzPts val="1600"/>
              <a:buFont typeface="Arial"/>
              <a:buNone/>
              <a:defRPr sz="1656" b="0" i="0" u="none" strike="noStrike" cap="none">
                <a:solidFill>
                  <a:schemeClr val="dk1"/>
                </a:solidFill>
                <a:latin typeface="Calibri"/>
                <a:ea typeface="Calibri"/>
                <a:cs typeface="Calibri"/>
                <a:sym typeface="Calibri"/>
              </a:defRPr>
            </a:lvl6pPr>
            <a:lvl7pPr marL="3200400" marR="0" lvl="6" indent="-342900" algn="ctr" rtl="0">
              <a:lnSpc>
                <a:spcPct val="90000"/>
              </a:lnSpc>
              <a:spcBef>
                <a:spcPts val="518"/>
              </a:spcBef>
              <a:spcAft>
                <a:spcPts val="0"/>
              </a:spcAft>
              <a:buClr>
                <a:schemeClr val="dk1"/>
              </a:buClr>
              <a:buSzPts val="1600"/>
              <a:buFont typeface="Arial"/>
              <a:buNone/>
              <a:defRPr sz="1656" b="0" i="0" u="none" strike="noStrike" cap="none">
                <a:solidFill>
                  <a:schemeClr val="dk1"/>
                </a:solidFill>
                <a:latin typeface="Calibri"/>
                <a:ea typeface="Calibri"/>
                <a:cs typeface="Calibri"/>
                <a:sym typeface="Calibri"/>
              </a:defRPr>
            </a:lvl7pPr>
            <a:lvl8pPr marL="3657600" marR="0" lvl="7" indent="-342900" algn="ctr" rtl="0">
              <a:lnSpc>
                <a:spcPct val="90000"/>
              </a:lnSpc>
              <a:spcBef>
                <a:spcPts val="518"/>
              </a:spcBef>
              <a:spcAft>
                <a:spcPts val="0"/>
              </a:spcAft>
              <a:buClr>
                <a:schemeClr val="dk1"/>
              </a:buClr>
              <a:buSzPts val="1600"/>
              <a:buFont typeface="Arial"/>
              <a:buNone/>
              <a:defRPr sz="1656" b="0" i="0" u="none" strike="noStrike" cap="none">
                <a:solidFill>
                  <a:schemeClr val="dk1"/>
                </a:solidFill>
                <a:latin typeface="Calibri"/>
                <a:ea typeface="Calibri"/>
                <a:cs typeface="Calibri"/>
                <a:sym typeface="Calibri"/>
              </a:defRPr>
            </a:lvl8pPr>
            <a:lvl9pPr marL="4114800" marR="0" lvl="8" indent="-342900" algn="ctr" rtl="0">
              <a:lnSpc>
                <a:spcPct val="90000"/>
              </a:lnSpc>
              <a:spcBef>
                <a:spcPts val="518"/>
              </a:spcBef>
              <a:spcAft>
                <a:spcPts val="0"/>
              </a:spcAft>
              <a:buClr>
                <a:schemeClr val="dk1"/>
              </a:buClr>
              <a:buSzPts val="1600"/>
              <a:buFont typeface="Arial"/>
              <a:buNone/>
              <a:defRPr sz="1656" b="0" i="0" u="none" strike="noStrike" cap="none">
                <a:solidFill>
                  <a:schemeClr val="dk1"/>
                </a:solidFill>
                <a:latin typeface="Calibri"/>
                <a:ea typeface="Calibri"/>
                <a:cs typeface="Calibri"/>
                <a:sym typeface="Calibri"/>
              </a:defRPr>
            </a:lvl9pPr>
          </a:lstStyle>
          <a:p>
            <a:r>
              <a:rPr lang="en-US" sz="3300" dirty="0">
                <a:solidFill>
                  <a:srgbClr val="FA6690"/>
                </a:solidFill>
                <a:latin typeface="Times New Roman"/>
                <a:ea typeface="Times New Roman"/>
                <a:cs typeface="Times New Roman"/>
                <a:sym typeface="Arial"/>
              </a:rPr>
              <a:t>08</a:t>
            </a:r>
            <a:r>
              <a:rPr lang="en-US" dirty="0"/>
              <a:t> </a:t>
            </a:r>
            <a:r>
              <a:rPr lang="en-US" sz="3300" dirty="0">
                <a:latin typeface="Times New Roman" panose="02020603050405020304" pitchFamily="18" charset="0"/>
                <a:cs typeface="Times New Roman" panose="02020603050405020304" pitchFamily="18" charset="0"/>
              </a:rPr>
              <a:t>Demo</a:t>
            </a:r>
            <a:r>
              <a:rPr lang="en-US" dirty="0"/>
              <a:t> </a:t>
            </a:r>
          </a:p>
        </p:txBody>
      </p:sp>
      <p:sp>
        <p:nvSpPr>
          <p:cNvPr id="20" name="Subtitle 4"/>
          <p:cNvSpPr txBox="1">
            <a:spLocks/>
          </p:cNvSpPr>
          <p:nvPr/>
        </p:nvSpPr>
        <p:spPr>
          <a:xfrm>
            <a:off x="4742887" y="3971930"/>
            <a:ext cx="3203684" cy="66620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ctr" rtl="0">
              <a:lnSpc>
                <a:spcPct val="90000"/>
              </a:lnSpc>
              <a:spcBef>
                <a:spcPts val="1035"/>
              </a:spcBef>
              <a:spcAft>
                <a:spcPts val="0"/>
              </a:spcAft>
              <a:buClr>
                <a:schemeClr val="dk1"/>
              </a:buClr>
              <a:buSzPts val="2400"/>
              <a:buFont typeface="Arial"/>
              <a:buNone/>
              <a:defRPr sz="2484" b="0" i="0" u="none" strike="noStrike" cap="none">
                <a:solidFill>
                  <a:schemeClr val="dk1"/>
                </a:solidFill>
                <a:latin typeface="Calibri"/>
                <a:ea typeface="Calibri"/>
                <a:cs typeface="Calibri"/>
                <a:sym typeface="Calibri"/>
              </a:defRPr>
            </a:lvl1pPr>
            <a:lvl2pPr marL="914400" marR="0" lvl="1" indent="-381000" algn="ctr" rtl="0">
              <a:lnSpc>
                <a:spcPct val="90000"/>
              </a:lnSpc>
              <a:spcBef>
                <a:spcPts val="518"/>
              </a:spcBef>
              <a:spcAft>
                <a:spcPts val="0"/>
              </a:spcAft>
              <a:buClr>
                <a:schemeClr val="dk1"/>
              </a:buClr>
              <a:buSzPts val="2000"/>
              <a:buFont typeface="Arial"/>
              <a:buNone/>
              <a:defRPr sz="2069" b="0" i="0" u="none" strike="noStrike" cap="none">
                <a:solidFill>
                  <a:schemeClr val="dk1"/>
                </a:solidFill>
                <a:latin typeface="Calibri"/>
                <a:ea typeface="Calibri"/>
                <a:cs typeface="Calibri"/>
                <a:sym typeface="Calibri"/>
              </a:defRPr>
            </a:lvl2pPr>
            <a:lvl3pPr marL="1371600" marR="0" lvl="2" indent="-355600" algn="ctr" rtl="0">
              <a:lnSpc>
                <a:spcPct val="90000"/>
              </a:lnSpc>
              <a:spcBef>
                <a:spcPts val="518"/>
              </a:spcBef>
              <a:spcAft>
                <a:spcPts val="0"/>
              </a:spcAft>
              <a:buClr>
                <a:schemeClr val="dk1"/>
              </a:buClr>
              <a:buSzPts val="1800"/>
              <a:buFont typeface="Arial"/>
              <a:buNone/>
              <a:defRPr sz="1862" b="0" i="0" u="none" strike="noStrike" cap="none">
                <a:solidFill>
                  <a:schemeClr val="dk1"/>
                </a:solidFill>
                <a:latin typeface="Calibri"/>
                <a:ea typeface="Calibri"/>
                <a:cs typeface="Calibri"/>
                <a:sym typeface="Calibri"/>
              </a:defRPr>
            </a:lvl3pPr>
            <a:lvl4pPr marL="1828800" marR="0" lvl="3" indent="-342900" algn="ctr" rtl="0">
              <a:lnSpc>
                <a:spcPct val="90000"/>
              </a:lnSpc>
              <a:spcBef>
                <a:spcPts val="518"/>
              </a:spcBef>
              <a:spcAft>
                <a:spcPts val="0"/>
              </a:spcAft>
              <a:buClr>
                <a:schemeClr val="dk1"/>
              </a:buClr>
              <a:buSzPts val="1600"/>
              <a:buFont typeface="Arial"/>
              <a:buNone/>
              <a:defRPr sz="1656" b="0" i="0" u="none" strike="noStrike" cap="none">
                <a:solidFill>
                  <a:schemeClr val="dk1"/>
                </a:solidFill>
                <a:latin typeface="Calibri"/>
                <a:ea typeface="Calibri"/>
                <a:cs typeface="Calibri"/>
                <a:sym typeface="Calibri"/>
              </a:defRPr>
            </a:lvl4pPr>
            <a:lvl5pPr marL="2286000" marR="0" lvl="4" indent="-342900" algn="ctr" rtl="0">
              <a:lnSpc>
                <a:spcPct val="90000"/>
              </a:lnSpc>
              <a:spcBef>
                <a:spcPts val="518"/>
              </a:spcBef>
              <a:spcAft>
                <a:spcPts val="0"/>
              </a:spcAft>
              <a:buClr>
                <a:schemeClr val="dk1"/>
              </a:buClr>
              <a:buSzPts val="1600"/>
              <a:buFont typeface="Arial"/>
              <a:buNone/>
              <a:defRPr sz="1656" b="0" i="0" u="none" strike="noStrike" cap="none">
                <a:solidFill>
                  <a:schemeClr val="dk1"/>
                </a:solidFill>
                <a:latin typeface="Calibri"/>
                <a:ea typeface="Calibri"/>
                <a:cs typeface="Calibri"/>
                <a:sym typeface="Calibri"/>
              </a:defRPr>
            </a:lvl5pPr>
            <a:lvl6pPr marL="2743200" marR="0" lvl="5" indent="-342900" algn="ctr" rtl="0">
              <a:lnSpc>
                <a:spcPct val="90000"/>
              </a:lnSpc>
              <a:spcBef>
                <a:spcPts val="518"/>
              </a:spcBef>
              <a:spcAft>
                <a:spcPts val="0"/>
              </a:spcAft>
              <a:buClr>
                <a:schemeClr val="dk1"/>
              </a:buClr>
              <a:buSzPts val="1600"/>
              <a:buFont typeface="Arial"/>
              <a:buNone/>
              <a:defRPr sz="1656" b="0" i="0" u="none" strike="noStrike" cap="none">
                <a:solidFill>
                  <a:schemeClr val="dk1"/>
                </a:solidFill>
                <a:latin typeface="Calibri"/>
                <a:ea typeface="Calibri"/>
                <a:cs typeface="Calibri"/>
                <a:sym typeface="Calibri"/>
              </a:defRPr>
            </a:lvl6pPr>
            <a:lvl7pPr marL="3200400" marR="0" lvl="6" indent="-342900" algn="ctr" rtl="0">
              <a:lnSpc>
                <a:spcPct val="90000"/>
              </a:lnSpc>
              <a:spcBef>
                <a:spcPts val="518"/>
              </a:spcBef>
              <a:spcAft>
                <a:spcPts val="0"/>
              </a:spcAft>
              <a:buClr>
                <a:schemeClr val="dk1"/>
              </a:buClr>
              <a:buSzPts val="1600"/>
              <a:buFont typeface="Arial"/>
              <a:buNone/>
              <a:defRPr sz="1656" b="0" i="0" u="none" strike="noStrike" cap="none">
                <a:solidFill>
                  <a:schemeClr val="dk1"/>
                </a:solidFill>
                <a:latin typeface="Calibri"/>
                <a:ea typeface="Calibri"/>
                <a:cs typeface="Calibri"/>
                <a:sym typeface="Calibri"/>
              </a:defRPr>
            </a:lvl7pPr>
            <a:lvl8pPr marL="3657600" marR="0" lvl="7" indent="-342900" algn="ctr" rtl="0">
              <a:lnSpc>
                <a:spcPct val="90000"/>
              </a:lnSpc>
              <a:spcBef>
                <a:spcPts val="518"/>
              </a:spcBef>
              <a:spcAft>
                <a:spcPts val="0"/>
              </a:spcAft>
              <a:buClr>
                <a:schemeClr val="dk1"/>
              </a:buClr>
              <a:buSzPts val="1600"/>
              <a:buFont typeface="Arial"/>
              <a:buNone/>
              <a:defRPr sz="1656" b="0" i="0" u="none" strike="noStrike" cap="none">
                <a:solidFill>
                  <a:schemeClr val="dk1"/>
                </a:solidFill>
                <a:latin typeface="Calibri"/>
                <a:ea typeface="Calibri"/>
                <a:cs typeface="Calibri"/>
                <a:sym typeface="Calibri"/>
              </a:defRPr>
            </a:lvl8pPr>
            <a:lvl9pPr marL="4114800" marR="0" lvl="8" indent="-342900" algn="ctr" rtl="0">
              <a:lnSpc>
                <a:spcPct val="90000"/>
              </a:lnSpc>
              <a:spcBef>
                <a:spcPts val="518"/>
              </a:spcBef>
              <a:spcAft>
                <a:spcPts val="0"/>
              </a:spcAft>
              <a:buClr>
                <a:schemeClr val="dk1"/>
              </a:buClr>
              <a:buSzPts val="1600"/>
              <a:buFont typeface="Arial"/>
              <a:buNone/>
              <a:defRPr sz="1656" b="0" i="0" u="none" strike="noStrike" cap="none">
                <a:solidFill>
                  <a:schemeClr val="dk1"/>
                </a:solidFill>
                <a:latin typeface="Calibri"/>
                <a:ea typeface="Calibri"/>
                <a:cs typeface="Calibri"/>
                <a:sym typeface="Calibri"/>
              </a:defRPr>
            </a:lvl9pPr>
          </a:lstStyle>
          <a:p>
            <a:r>
              <a:rPr lang="en-US" sz="3300" dirty="0">
                <a:solidFill>
                  <a:srgbClr val="FA6690"/>
                </a:solidFill>
                <a:latin typeface="Times New Roman"/>
                <a:ea typeface="Times New Roman"/>
                <a:cs typeface="Times New Roman"/>
                <a:sym typeface="Arial"/>
              </a:rPr>
              <a:t>09</a:t>
            </a:r>
            <a:r>
              <a:rPr lang="en-US" dirty="0"/>
              <a:t> </a:t>
            </a:r>
            <a:r>
              <a:rPr lang="en-US" sz="3300" dirty="0">
                <a:latin typeface="Times New Roman" panose="02020603050405020304" pitchFamily="18" charset="0"/>
                <a:cs typeface="Times New Roman" panose="02020603050405020304" pitchFamily="18" charset="0"/>
              </a:rPr>
              <a:t>Conclusion</a:t>
            </a:r>
            <a:r>
              <a:rPr lang="en-US" dirty="0"/>
              <a:t> </a:t>
            </a:r>
          </a:p>
        </p:txBody>
      </p:sp>
      <p:sp>
        <p:nvSpPr>
          <p:cNvPr id="21" name="Subtitle 4"/>
          <p:cNvSpPr txBox="1">
            <a:spLocks/>
          </p:cNvSpPr>
          <p:nvPr/>
        </p:nvSpPr>
        <p:spPr>
          <a:xfrm>
            <a:off x="4829973" y="4866223"/>
            <a:ext cx="3203684" cy="66620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ctr" rtl="0">
              <a:lnSpc>
                <a:spcPct val="90000"/>
              </a:lnSpc>
              <a:spcBef>
                <a:spcPts val="1035"/>
              </a:spcBef>
              <a:spcAft>
                <a:spcPts val="0"/>
              </a:spcAft>
              <a:buClr>
                <a:schemeClr val="dk1"/>
              </a:buClr>
              <a:buSzPts val="2400"/>
              <a:buFont typeface="Arial"/>
              <a:buNone/>
              <a:defRPr sz="2484" b="0" i="0" u="none" strike="noStrike" cap="none">
                <a:solidFill>
                  <a:schemeClr val="dk1"/>
                </a:solidFill>
                <a:latin typeface="Calibri"/>
                <a:ea typeface="Calibri"/>
                <a:cs typeface="Calibri"/>
                <a:sym typeface="Calibri"/>
              </a:defRPr>
            </a:lvl1pPr>
            <a:lvl2pPr marL="914400" marR="0" lvl="1" indent="-381000" algn="ctr" rtl="0">
              <a:lnSpc>
                <a:spcPct val="90000"/>
              </a:lnSpc>
              <a:spcBef>
                <a:spcPts val="518"/>
              </a:spcBef>
              <a:spcAft>
                <a:spcPts val="0"/>
              </a:spcAft>
              <a:buClr>
                <a:schemeClr val="dk1"/>
              </a:buClr>
              <a:buSzPts val="2000"/>
              <a:buFont typeface="Arial"/>
              <a:buNone/>
              <a:defRPr sz="2069" b="0" i="0" u="none" strike="noStrike" cap="none">
                <a:solidFill>
                  <a:schemeClr val="dk1"/>
                </a:solidFill>
                <a:latin typeface="Calibri"/>
                <a:ea typeface="Calibri"/>
                <a:cs typeface="Calibri"/>
                <a:sym typeface="Calibri"/>
              </a:defRPr>
            </a:lvl2pPr>
            <a:lvl3pPr marL="1371600" marR="0" lvl="2" indent="-355600" algn="ctr" rtl="0">
              <a:lnSpc>
                <a:spcPct val="90000"/>
              </a:lnSpc>
              <a:spcBef>
                <a:spcPts val="518"/>
              </a:spcBef>
              <a:spcAft>
                <a:spcPts val="0"/>
              </a:spcAft>
              <a:buClr>
                <a:schemeClr val="dk1"/>
              </a:buClr>
              <a:buSzPts val="1800"/>
              <a:buFont typeface="Arial"/>
              <a:buNone/>
              <a:defRPr sz="1862" b="0" i="0" u="none" strike="noStrike" cap="none">
                <a:solidFill>
                  <a:schemeClr val="dk1"/>
                </a:solidFill>
                <a:latin typeface="Calibri"/>
                <a:ea typeface="Calibri"/>
                <a:cs typeface="Calibri"/>
                <a:sym typeface="Calibri"/>
              </a:defRPr>
            </a:lvl3pPr>
            <a:lvl4pPr marL="1828800" marR="0" lvl="3" indent="-342900" algn="ctr" rtl="0">
              <a:lnSpc>
                <a:spcPct val="90000"/>
              </a:lnSpc>
              <a:spcBef>
                <a:spcPts val="518"/>
              </a:spcBef>
              <a:spcAft>
                <a:spcPts val="0"/>
              </a:spcAft>
              <a:buClr>
                <a:schemeClr val="dk1"/>
              </a:buClr>
              <a:buSzPts val="1600"/>
              <a:buFont typeface="Arial"/>
              <a:buNone/>
              <a:defRPr sz="1656" b="0" i="0" u="none" strike="noStrike" cap="none">
                <a:solidFill>
                  <a:schemeClr val="dk1"/>
                </a:solidFill>
                <a:latin typeface="Calibri"/>
                <a:ea typeface="Calibri"/>
                <a:cs typeface="Calibri"/>
                <a:sym typeface="Calibri"/>
              </a:defRPr>
            </a:lvl4pPr>
            <a:lvl5pPr marL="2286000" marR="0" lvl="4" indent="-342900" algn="ctr" rtl="0">
              <a:lnSpc>
                <a:spcPct val="90000"/>
              </a:lnSpc>
              <a:spcBef>
                <a:spcPts val="518"/>
              </a:spcBef>
              <a:spcAft>
                <a:spcPts val="0"/>
              </a:spcAft>
              <a:buClr>
                <a:schemeClr val="dk1"/>
              </a:buClr>
              <a:buSzPts val="1600"/>
              <a:buFont typeface="Arial"/>
              <a:buNone/>
              <a:defRPr sz="1656" b="0" i="0" u="none" strike="noStrike" cap="none">
                <a:solidFill>
                  <a:schemeClr val="dk1"/>
                </a:solidFill>
                <a:latin typeface="Calibri"/>
                <a:ea typeface="Calibri"/>
                <a:cs typeface="Calibri"/>
                <a:sym typeface="Calibri"/>
              </a:defRPr>
            </a:lvl5pPr>
            <a:lvl6pPr marL="2743200" marR="0" lvl="5" indent="-342900" algn="ctr" rtl="0">
              <a:lnSpc>
                <a:spcPct val="90000"/>
              </a:lnSpc>
              <a:spcBef>
                <a:spcPts val="518"/>
              </a:spcBef>
              <a:spcAft>
                <a:spcPts val="0"/>
              </a:spcAft>
              <a:buClr>
                <a:schemeClr val="dk1"/>
              </a:buClr>
              <a:buSzPts val="1600"/>
              <a:buFont typeface="Arial"/>
              <a:buNone/>
              <a:defRPr sz="1656" b="0" i="0" u="none" strike="noStrike" cap="none">
                <a:solidFill>
                  <a:schemeClr val="dk1"/>
                </a:solidFill>
                <a:latin typeface="Calibri"/>
                <a:ea typeface="Calibri"/>
                <a:cs typeface="Calibri"/>
                <a:sym typeface="Calibri"/>
              </a:defRPr>
            </a:lvl6pPr>
            <a:lvl7pPr marL="3200400" marR="0" lvl="6" indent="-342900" algn="ctr" rtl="0">
              <a:lnSpc>
                <a:spcPct val="90000"/>
              </a:lnSpc>
              <a:spcBef>
                <a:spcPts val="518"/>
              </a:spcBef>
              <a:spcAft>
                <a:spcPts val="0"/>
              </a:spcAft>
              <a:buClr>
                <a:schemeClr val="dk1"/>
              </a:buClr>
              <a:buSzPts val="1600"/>
              <a:buFont typeface="Arial"/>
              <a:buNone/>
              <a:defRPr sz="1656" b="0" i="0" u="none" strike="noStrike" cap="none">
                <a:solidFill>
                  <a:schemeClr val="dk1"/>
                </a:solidFill>
                <a:latin typeface="Calibri"/>
                <a:ea typeface="Calibri"/>
                <a:cs typeface="Calibri"/>
                <a:sym typeface="Calibri"/>
              </a:defRPr>
            </a:lvl7pPr>
            <a:lvl8pPr marL="3657600" marR="0" lvl="7" indent="-342900" algn="ctr" rtl="0">
              <a:lnSpc>
                <a:spcPct val="90000"/>
              </a:lnSpc>
              <a:spcBef>
                <a:spcPts val="518"/>
              </a:spcBef>
              <a:spcAft>
                <a:spcPts val="0"/>
              </a:spcAft>
              <a:buClr>
                <a:schemeClr val="dk1"/>
              </a:buClr>
              <a:buSzPts val="1600"/>
              <a:buFont typeface="Arial"/>
              <a:buNone/>
              <a:defRPr sz="1656" b="0" i="0" u="none" strike="noStrike" cap="none">
                <a:solidFill>
                  <a:schemeClr val="dk1"/>
                </a:solidFill>
                <a:latin typeface="Calibri"/>
                <a:ea typeface="Calibri"/>
                <a:cs typeface="Calibri"/>
                <a:sym typeface="Calibri"/>
              </a:defRPr>
            </a:lvl8pPr>
            <a:lvl9pPr marL="4114800" marR="0" lvl="8" indent="-342900" algn="ctr" rtl="0">
              <a:lnSpc>
                <a:spcPct val="90000"/>
              </a:lnSpc>
              <a:spcBef>
                <a:spcPts val="518"/>
              </a:spcBef>
              <a:spcAft>
                <a:spcPts val="0"/>
              </a:spcAft>
              <a:buClr>
                <a:schemeClr val="dk1"/>
              </a:buClr>
              <a:buSzPts val="1600"/>
              <a:buFont typeface="Arial"/>
              <a:buNone/>
              <a:defRPr sz="1656" b="0" i="0" u="none" strike="noStrike" cap="none">
                <a:solidFill>
                  <a:schemeClr val="dk1"/>
                </a:solidFill>
                <a:latin typeface="Calibri"/>
                <a:ea typeface="Calibri"/>
                <a:cs typeface="Calibri"/>
                <a:sym typeface="Calibri"/>
              </a:defRPr>
            </a:lvl9pPr>
          </a:lstStyle>
          <a:p>
            <a:r>
              <a:rPr lang="en-US" sz="3300" dirty="0">
                <a:solidFill>
                  <a:srgbClr val="FA6690"/>
                </a:solidFill>
                <a:latin typeface="Times New Roman"/>
                <a:ea typeface="Times New Roman"/>
                <a:cs typeface="Times New Roman"/>
                <a:sym typeface="Arial"/>
              </a:rPr>
              <a:t>10</a:t>
            </a:r>
            <a:r>
              <a:rPr lang="en-US" dirty="0"/>
              <a:t> </a:t>
            </a:r>
            <a:r>
              <a:rPr lang="en-US" sz="3300" dirty="0">
                <a:latin typeface="Times New Roman" panose="02020603050405020304" pitchFamily="18" charset="0"/>
                <a:cs typeface="Times New Roman" panose="02020603050405020304" pitchFamily="18" charset="0"/>
              </a:rPr>
              <a:t>Future Work</a:t>
            </a:r>
            <a:r>
              <a:rPr lang="en-US" dirty="0"/>
              <a:t> </a:t>
            </a:r>
          </a:p>
        </p:txBody>
      </p:sp>
    </p:spTree>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5"/>
          <p:cNvSpPr txBox="1">
            <a:spLocks noGrp="1"/>
          </p:cNvSpPr>
          <p:nvPr>
            <p:ph type="subTitle" idx="1"/>
          </p:nvPr>
        </p:nvSpPr>
        <p:spPr>
          <a:xfrm>
            <a:off x="179615" y="-120103"/>
            <a:ext cx="7600543" cy="5882412"/>
          </a:xfrm>
          <a:prstGeom prst="rect">
            <a:avLst/>
          </a:prstGeom>
          <a:noFill/>
          <a:ln>
            <a:noFill/>
          </a:ln>
        </p:spPr>
        <p:txBody>
          <a:bodyPr spcFirstLastPara="1" wrap="square" lIns="91425" tIns="45700" rIns="91425" bIns="45700" anchor="t" anchorCtr="0">
            <a:noAutofit/>
          </a:bodyPr>
          <a:lstStyle/>
          <a:p>
            <a:pPr marL="457200" lvl="0" indent="-406400" algn="l" rtl="0">
              <a:lnSpc>
                <a:spcPct val="90000"/>
              </a:lnSpc>
              <a:spcBef>
                <a:spcPts val="1035"/>
              </a:spcBef>
              <a:spcAft>
                <a:spcPts val="0"/>
              </a:spcAft>
              <a:buSzPts val="2400"/>
              <a:buNone/>
            </a:pPr>
            <a:endParaRPr sz="2898" b="1" dirty="0">
              <a:solidFill>
                <a:srgbClr val="385623"/>
              </a:solidFill>
              <a:latin typeface="Times New Roman" panose="02020603050405020304" pitchFamily="18" charset="0"/>
              <a:ea typeface="Times New Roman"/>
              <a:cs typeface="Times New Roman" panose="02020603050405020304" pitchFamily="18" charset="0"/>
              <a:sym typeface="Times New Roman"/>
            </a:endParaRPr>
          </a:p>
          <a:p>
            <a:pPr marL="0" lvl="0" indent="0" algn="l" rtl="0">
              <a:lnSpc>
                <a:spcPct val="90000"/>
              </a:lnSpc>
              <a:spcBef>
                <a:spcPts val="1035"/>
              </a:spcBef>
              <a:spcAft>
                <a:spcPts val="0"/>
              </a:spcAft>
              <a:buSzPts val="2400"/>
              <a:buNone/>
            </a:pPr>
            <a:r>
              <a:rPr lang="en-US" sz="3500" b="1" dirty="0">
                <a:solidFill>
                  <a:srgbClr val="FA6690"/>
                </a:solidFill>
                <a:latin typeface="Times New Roman" panose="02020603050405020304" pitchFamily="18" charset="0"/>
                <a:ea typeface="Times New Roman"/>
                <a:cs typeface="Times New Roman" panose="02020603050405020304" pitchFamily="18" charset="0"/>
                <a:sym typeface="Times New Roman"/>
              </a:rPr>
              <a:t>Introduction</a:t>
            </a:r>
            <a:endParaRPr sz="3500" dirty="0">
              <a:latin typeface="Times New Roman" panose="02020603050405020304" pitchFamily="18" charset="0"/>
              <a:cs typeface="Times New Roman" panose="02020603050405020304" pitchFamily="18" charset="0"/>
            </a:endParaRPr>
          </a:p>
          <a:p>
            <a:pPr marL="87089" lvl="0" indent="-34507" algn="l" rtl="0">
              <a:lnSpc>
                <a:spcPct val="90000"/>
              </a:lnSpc>
              <a:spcBef>
                <a:spcPts val="1035"/>
              </a:spcBef>
              <a:spcAft>
                <a:spcPts val="0"/>
              </a:spcAft>
              <a:buSzPts val="2400"/>
              <a:buNone/>
            </a:pPr>
            <a:endParaRPr sz="2898" b="1" dirty="0">
              <a:solidFill>
                <a:srgbClr val="385623"/>
              </a:solidFill>
              <a:latin typeface="Times New Roman" panose="02020603050405020304" pitchFamily="18" charset="0"/>
              <a:ea typeface="Times New Roman"/>
              <a:cs typeface="Times New Roman" panose="02020603050405020304" pitchFamily="18" charset="0"/>
              <a:sym typeface="Times New Roman"/>
            </a:endParaRPr>
          </a:p>
          <a:p>
            <a:pPr marL="87089" lvl="0" indent="-34507" algn="just" rtl="0">
              <a:lnSpc>
                <a:spcPct val="90000"/>
              </a:lnSpc>
              <a:spcBef>
                <a:spcPts val="1035"/>
              </a:spcBef>
              <a:spcAft>
                <a:spcPts val="0"/>
              </a:spcAft>
              <a:buSzPts val="2400"/>
              <a:buNone/>
            </a:pPr>
            <a:r>
              <a:rPr lang="en-US" sz="2300" dirty="0">
                <a:latin typeface="Times New Roman" panose="02020603050405020304" pitchFamily="18" charset="0"/>
                <a:ea typeface="Times New Roman"/>
                <a:cs typeface="Times New Roman" panose="02020603050405020304" pitchFamily="18" charset="0"/>
                <a:sym typeface="Times New Roman"/>
              </a:rPr>
              <a:t>Recently, issues related to the disabled have become one of the most important issues. A significant increase in the number of patients with motor disabilities has been observed Worldwide due to the presence of many diseases that cause atrophy of the motor nerves.</a:t>
            </a:r>
            <a:endParaRPr sz="2300" dirty="0">
              <a:latin typeface="Times New Roman" panose="02020603050405020304" pitchFamily="18" charset="0"/>
              <a:cs typeface="Times New Roman" panose="02020603050405020304" pitchFamily="18" charset="0"/>
            </a:endParaRPr>
          </a:p>
          <a:p>
            <a:pPr marL="87089" lvl="0" indent="-34507" algn="l" rtl="0">
              <a:lnSpc>
                <a:spcPct val="90000"/>
              </a:lnSpc>
              <a:spcBef>
                <a:spcPts val="1035"/>
              </a:spcBef>
              <a:spcAft>
                <a:spcPts val="0"/>
              </a:spcAft>
              <a:buSzPts val="2400"/>
              <a:buNone/>
            </a:pPr>
            <a:endParaRPr sz="2300" dirty="0">
              <a:latin typeface="Times New Roman" panose="02020603050405020304" pitchFamily="18" charset="0"/>
              <a:ea typeface="Times New Roman"/>
              <a:cs typeface="Times New Roman" panose="02020603050405020304" pitchFamily="18" charset="0"/>
              <a:sym typeface="Times New Roman"/>
            </a:endParaRPr>
          </a:p>
          <a:p>
            <a:pPr marL="87089" lvl="0" indent="-34507" algn="just" rtl="0">
              <a:lnSpc>
                <a:spcPct val="90000"/>
              </a:lnSpc>
              <a:spcBef>
                <a:spcPts val="1035"/>
              </a:spcBef>
              <a:spcAft>
                <a:spcPts val="0"/>
              </a:spcAft>
              <a:buSzPts val="2400"/>
              <a:buNone/>
            </a:pPr>
            <a:r>
              <a:rPr lang="en-US" sz="2300" dirty="0">
                <a:latin typeface="Times New Roman" panose="02020603050405020304" pitchFamily="18" charset="0"/>
                <a:ea typeface="Times New Roman"/>
                <a:cs typeface="Times New Roman" panose="02020603050405020304" pitchFamily="18" charset="0"/>
                <a:sym typeface="Times New Roman"/>
              </a:rPr>
              <a:t>This prevents the limbs from moving and extends to the body and causes complete paralysis and only the neurons that control eye movement survive. Patients have no way of communicating with their external environment except through the movement of their eyes, So we decided to help them with EOG signals.</a:t>
            </a:r>
            <a:endParaRPr sz="2300" dirty="0">
              <a:latin typeface="Times New Roman" panose="02020603050405020304" pitchFamily="18" charset="0"/>
              <a:cs typeface="Times New Roman" panose="02020603050405020304" pitchFamily="18" charset="0"/>
            </a:endParaRPr>
          </a:p>
        </p:txBody>
      </p:sp>
      <p:cxnSp>
        <p:nvCxnSpPr>
          <p:cNvPr id="122" name="Google Shape;122;p5"/>
          <p:cNvCxnSpPr/>
          <p:nvPr/>
        </p:nvCxnSpPr>
        <p:spPr>
          <a:xfrm>
            <a:off x="179615" y="1147145"/>
            <a:ext cx="2619856" cy="0"/>
          </a:xfrm>
          <a:prstGeom prst="straightConnector1">
            <a:avLst/>
          </a:prstGeom>
          <a:noFill/>
          <a:ln w="38100" cap="flat" cmpd="sng">
            <a:solidFill>
              <a:srgbClr val="FA6690"/>
            </a:solidFill>
            <a:prstDash val="solid"/>
            <a:round/>
            <a:headEnd type="none" w="sm" len="sm"/>
            <a:tailEnd type="none" w="sm" len="sm"/>
          </a:ln>
          <a:effectLst>
            <a:outerShdw blurRad="40000" dist="23000" dir="5400000" rotWithShape="0">
              <a:srgbClr val="000000">
                <a:alpha val="34901"/>
              </a:srgbClr>
            </a:outerShdw>
          </a:effectLst>
        </p:spPr>
      </p:cxnSp>
      <p:sp>
        <p:nvSpPr>
          <p:cNvPr id="123" name="Google Shape;123;p5"/>
          <p:cNvSpPr txBox="1">
            <a:spLocks noGrp="1"/>
          </p:cNvSpPr>
          <p:nvPr>
            <p:ph type="sldNum" idx="12"/>
          </p:nvPr>
        </p:nvSpPr>
        <p:spPr>
          <a:xfrm>
            <a:off x="8610603" y="6356361"/>
            <a:ext cx="2743201" cy="36512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a:t>
            </a:fld>
            <a:endParaRPr/>
          </a:p>
        </p:txBody>
      </p:sp>
      <p:pic>
        <p:nvPicPr>
          <p:cNvPr id="124" name="Google Shape;124;p5"/>
          <p:cNvPicPr preferRelativeResize="0"/>
          <p:nvPr/>
        </p:nvPicPr>
        <p:blipFill rotWithShape="1">
          <a:blip r:embed="rId3">
            <a:alphaModFix/>
          </a:blip>
          <a:srcRect/>
          <a:stretch/>
        </p:blipFill>
        <p:spPr>
          <a:xfrm>
            <a:off x="8231530" y="1758194"/>
            <a:ext cx="3814832" cy="3557483"/>
          </a:xfrm>
          <a:prstGeom prst="roundRect">
            <a:avLst>
              <a:gd name="adj" fmla="val 8594"/>
            </a:avLst>
          </a:prstGeom>
          <a:solidFill>
            <a:srgbClr val="ECECEC"/>
          </a:solidFill>
          <a:ln>
            <a:noFill/>
          </a:ln>
          <a:effectLst>
            <a:reflection stA="38000" endPos="28000" dist="5000" dir="5400000" sy="-100000" algn="bl" rotWithShape="0"/>
          </a:effectLst>
        </p:spPr>
      </p:pic>
    </p:spTree>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6"/>
          <p:cNvSpPr txBox="1">
            <a:spLocks noGrp="1"/>
          </p:cNvSpPr>
          <p:nvPr>
            <p:ph type="subTitle" idx="1"/>
          </p:nvPr>
        </p:nvSpPr>
        <p:spPr>
          <a:xfrm>
            <a:off x="179615" y="-121920"/>
            <a:ext cx="7600543" cy="5884229"/>
          </a:xfrm>
          <a:prstGeom prst="rect">
            <a:avLst/>
          </a:prstGeom>
          <a:noFill/>
          <a:ln>
            <a:noFill/>
          </a:ln>
        </p:spPr>
        <p:txBody>
          <a:bodyPr spcFirstLastPara="1" wrap="square" lIns="91425" tIns="45700" rIns="91425" bIns="45700" anchor="t" anchorCtr="0">
            <a:noAutofit/>
          </a:bodyPr>
          <a:lstStyle/>
          <a:p>
            <a:pPr marL="457200" lvl="0" indent="-406400" algn="l" rtl="0">
              <a:lnSpc>
                <a:spcPct val="90000"/>
              </a:lnSpc>
              <a:spcBef>
                <a:spcPts val="1035"/>
              </a:spcBef>
              <a:spcAft>
                <a:spcPts val="0"/>
              </a:spcAft>
              <a:buSzPts val="2400"/>
              <a:buNone/>
            </a:pPr>
            <a:endParaRPr sz="2898" b="1" dirty="0">
              <a:solidFill>
                <a:srgbClr val="385623"/>
              </a:solidFill>
              <a:latin typeface="Times New Roman"/>
              <a:ea typeface="Times New Roman"/>
              <a:cs typeface="Times New Roman"/>
              <a:sym typeface="Times New Roman"/>
            </a:endParaRPr>
          </a:p>
          <a:p>
            <a:pPr marL="0" lvl="0" indent="0" algn="l" rtl="0">
              <a:lnSpc>
                <a:spcPct val="90000"/>
              </a:lnSpc>
              <a:spcBef>
                <a:spcPts val="1035"/>
              </a:spcBef>
              <a:spcAft>
                <a:spcPts val="0"/>
              </a:spcAft>
              <a:buSzPts val="2400"/>
              <a:buNone/>
            </a:pPr>
            <a:r>
              <a:rPr lang="en-US" sz="3500" b="1" dirty="0">
                <a:solidFill>
                  <a:srgbClr val="FA6690"/>
                </a:solidFill>
                <a:latin typeface="Times New Roman"/>
                <a:ea typeface="Times New Roman"/>
                <a:cs typeface="Times New Roman"/>
                <a:sym typeface="Times New Roman"/>
              </a:rPr>
              <a:t>Problem Definition</a:t>
            </a:r>
            <a:br>
              <a:rPr lang="en-US" sz="3500" b="1" dirty="0">
                <a:solidFill>
                  <a:srgbClr val="FA6690"/>
                </a:solidFill>
                <a:latin typeface="Times New Roman"/>
                <a:ea typeface="Times New Roman"/>
                <a:cs typeface="Times New Roman"/>
                <a:sym typeface="Times New Roman"/>
              </a:rPr>
            </a:br>
            <a:endParaRPr sz="3500" dirty="0">
              <a:solidFill>
                <a:srgbClr val="FA6690"/>
              </a:solidFill>
              <a:latin typeface="Times New Roman"/>
              <a:ea typeface="Times New Roman"/>
              <a:cs typeface="Times New Roman"/>
              <a:sym typeface="Times New Roman"/>
            </a:endParaRPr>
          </a:p>
          <a:p>
            <a:pPr marL="52581" lvl="0" indent="0" algn="l" rtl="0">
              <a:lnSpc>
                <a:spcPct val="90000"/>
              </a:lnSpc>
              <a:spcBef>
                <a:spcPts val="1035"/>
              </a:spcBef>
              <a:spcAft>
                <a:spcPts val="0"/>
              </a:spcAft>
              <a:buSzPts val="2400"/>
              <a:buNone/>
            </a:pPr>
            <a:endParaRPr sz="726" dirty="0">
              <a:latin typeface="Times New Roman"/>
              <a:ea typeface="Times New Roman"/>
              <a:cs typeface="Times New Roman"/>
              <a:sym typeface="Times New Roman"/>
            </a:endParaRPr>
          </a:p>
          <a:p>
            <a:pPr marL="52581" lvl="0" indent="0" algn="just" rtl="0">
              <a:lnSpc>
                <a:spcPct val="90000"/>
              </a:lnSpc>
              <a:spcBef>
                <a:spcPts val="1035"/>
              </a:spcBef>
              <a:spcAft>
                <a:spcPts val="0"/>
              </a:spcAft>
              <a:buSzPts val="2400"/>
              <a:buNone/>
            </a:pPr>
            <a:r>
              <a:rPr lang="en-US" sz="2300" dirty="0">
                <a:latin typeface="Times New Roman"/>
                <a:ea typeface="Times New Roman"/>
                <a:cs typeface="Times New Roman"/>
                <a:sym typeface="Times New Roman"/>
              </a:rPr>
              <a:t>The Human-Computer Interface (HCI) emerged and became a new means of communication that allows communication between a user and a computer. HCI has turned into an emerging technology due to advances in artificial intelligence and biomedical engineering. </a:t>
            </a:r>
            <a:endParaRPr sz="2300" dirty="0"/>
          </a:p>
          <a:p>
            <a:pPr marL="52581" lvl="0" indent="0" algn="l" rtl="0">
              <a:lnSpc>
                <a:spcPct val="90000"/>
              </a:lnSpc>
              <a:spcBef>
                <a:spcPts val="1035"/>
              </a:spcBef>
              <a:spcAft>
                <a:spcPts val="0"/>
              </a:spcAft>
              <a:buSzPts val="2400"/>
              <a:buNone/>
            </a:pPr>
            <a:endParaRPr sz="2300" dirty="0">
              <a:latin typeface="Times New Roman"/>
              <a:ea typeface="Times New Roman"/>
              <a:cs typeface="Times New Roman"/>
              <a:sym typeface="Times New Roman"/>
            </a:endParaRPr>
          </a:p>
          <a:p>
            <a:pPr marL="52581" lvl="0" indent="0" algn="just" rtl="0">
              <a:lnSpc>
                <a:spcPct val="90000"/>
              </a:lnSpc>
              <a:spcBef>
                <a:spcPts val="1035"/>
              </a:spcBef>
              <a:spcAft>
                <a:spcPts val="0"/>
              </a:spcAft>
              <a:buSzPts val="2400"/>
              <a:buNone/>
            </a:pPr>
            <a:r>
              <a:rPr lang="en-US" sz="2300" dirty="0">
                <a:latin typeface="Times New Roman"/>
                <a:ea typeface="Times New Roman"/>
                <a:cs typeface="Times New Roman"/>
                <a:sym typeface="Times New Roman"/>
              </a:rPr>
              <a:t>Electro-</a:t>
            </a:r>
            <a:r>
              <a:rPr lang="en-US" sz="2300" dirty="0" err="1">
                <a:latin typeface="Times New Roman"/>
                <a:ea typeface="Times New Roman"/>
                <a:cs typeface="Times New Roman"/>
                <a:sym typeface="Times New Roman"/>
              </a:rPr>
              <a:t>oculogram</a:t>
            </a:r>
            <a:r>
              <a:rPr lang="en-US" sz="2300" dirty="0">
                <a:latin typeface="Times New Roman"/>
                <a:ea typeface="Times New Roman"/>
                <a:cs typeface="Times New Roman"/>
                <a:sym typeface="Times New Roman"/>
              </a:rPr>
              <a:t> (EOG) records eye movement as signals produced from variations in the polarity of the nerve of the eye. EOG recording is performed by a set of electrodes placed horizontally and vertically on the controlling muscles of the eye.</a:t>
            </a:r>
            <a:endParaRPr sz="2300" dirty="0">
              <a:latin typeface="Times New Roman"/>
              <a:ea typeface="Times New Roman"/>
              <a:cs typeface="Times New Roman"/>
              <a:sym typeface="Times New Roman"/>
            </a:endParaRPr>
          </a:p>
        </p:txBody>
      </p:sp>
      <p:sp>
        <p:nvSpPr>
          <p:cNvPr id="131" name="Google Shape;131;p6"/>
          <p:cNvSpPr txBox="1">
            <a:spLocks noGrp="1"/>
          </p:cNvSpPr>
          <p:nvPr>
            <p:ph type="sldNum" idx="12"/>
          </p:nvPr>
        </p:nvSpPr>
        <p:spPr>
          <a:xfrm>
            <a:off x="8610603" y="6356361"/>
            <a:ext cx="2743201" cy="36512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a:t>
            </a:fld>
            <a:endParaRPr/>
          </a:p>
        </p:txBody>
      </p:sp>
      <p:pic>
        <p:nvPicPr>
          <p:cNvPr id="132" name="Google Shape;132;p6"/>
          <p:cNvPicPr preferRelativeResize="0"/>
          <p:nvPr/>
        </p:nvPicPr>
        <p:blipFill rotWithShape="1">
          <a:blip r:embed="rId3">
            <a:alphaModFix/>
          </a:blip>
          <a:srcRect t="5071"/>
          <a:stretch/>
        </p:blipFill>
        <p:spPr>
          <a:xfrm>
            <a:off x="8422042" y="1321386"/>
            <a:ext cx="3291481" cy="2453379"/>
          </a:xfrm>
          <a:prstGeom prst="roundRect">
            <a:avLst>
              <a:gd name="adj" fmla="val 8594"/>
            </a:avLst>
          </a:prstGeom>
          <a:solidFill>
            <a:srgbClr val="ECECEC"/>
          </a:solidFill>
          <a:ln>
            <a:noFill/>
          </a:ln>
        </p:spPr>
      </p:pic>
      <p:pic>
        <p:nvPicPr>
          <p:cNvPr id="133" name="Google Shape;133;p6"/>
          <p:cNvPicPr preferRelativeResize="0"/>
          <p:nvPr/>
        </p:nvPicPr>
        <p:blipFill rotWithShape="1">
          <a:blip r:embed="rId4">
            <a:alphaModFix/>
          </a:blip>
          <a:srcRect t="5786"/>
          <a:stretch/>
        </p:blipFill>
        <p:spPr>
          <a:xfrm>
            <a:off x="8422038" y="3942263"/>
            <a:ext cx="3685980" cy="2475273"/>
          </a:xfrm>
          <a:prstGeom prst="rect">
            <a:avLst/>
          </a:prstGeom>
          <a:noFill/>
          <a:ln>
            <a:noFill/>
          </a:ln>
        </p:spPr>
      </p:pic>
      <p:cxnSp>
        <p:nvCxnSpPr>
          <p:cNvPr id="7" name="Google Shape;130;p6"/>
          <p:cNvCxnSpPr/>
          <p:nvPr/>
        </p:nvCxnSpPr>
        <p:spPr>
          <a:xfrm flipV="1">
            <a:off x="179613" y="1132114"/>
            <a:ext cx="4026627" cy="29099"/>
          </a:xfrm>
          <a:prstGeom prst="straightConnector1">
            <a:avLst/>
          </a:prstGeom>
          <a:noFill/>
          <a:ln w="38100" cap="flat" cmpd="sng">
            <a:solidFill>
              <a:srgbClr val="FA6690"/>
            </a:solidFill>
            <a:prstDash val="solid"/>
            <a:round/>
            <a:headEnd type="none" w="sm" len="sm"/>
            <a:tailEnd type="none" w="sm" len="sm"/>
          </a:ln>
          <a:effectLst>
            <a:outerShdw blurRad="40000" dist="23000" dir="5400000" rotWithShape="0">
              <a:srgbClr val="000000">
                <a:alpha val="34901"/>
              </a:srgbClr>
            </a:outerShdw>
          </a:effectLst>
        </p:spPr>
      </p:cxnSp>
    </p:spTree>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7"/>
          <p:cNvSpPr txBox="1">
            <a:spLocks noGrp="1"/>
          </p:cNvSpPr>
          <p:nvPr>
            <p:ph type="subTitle" idx="1"/>
          </p:nvPr>
        </p:nvSpPr>
        <p:spPr>
          <a:xfrm>
            <a:off x="179615" y="-120103"/>
            <a:ext cx="7600543" cy="5882412"/>
          </a:xfrm>
          <a:prstGeom prst="rect">
            <a:avLst/>
          </a:prstGeom>
          <a:noFill/>
          <a:ln>
            <a:noFill/>
          </a:ln>
        </p:spPr>
        <p:txBody>
          <a:bodyPr spcFirstLastPara="1" wrap="square" lIns="91425" tIns="45700" rIns="91425" bIns="45700" anchor="t" anchorCtr="0">
            <a:noAutofit/>
          </a:bodyPr>
          <a:lstStyle/>
          <a:p>
            <a:pPr marL="457200" lvl="0" indent="-406400" algn="l" rtl="0">
              <a:lnSpc>
                <a:spcPct val="90000"/>
              </a:lnSpc>
              <a:spcBef>
                <a:spcPts val="1035"/>
              </a:spcBef>
              <a:spcAft>
                <a:spcPts val="0"/>
              </a:spcAft>
              <a:buSzPts val="2400"/>
              <a:buNone/>
            </a:pPr>
            <a:endParaRPr sz="2898" b="1" dirty="0">
              <a:solidFill>
                <a:srgbClr val="385623"/>
              </a:solidFill>
              <a:latin typeface="Times New Roman"/>
              <a:ea typeface="Times New Roman"/>
              <a:cs typeface="Times New Roman"/>
              <a:sym typeface="Times New Roman"/>
            </a:endParaRPr>
          </a:p>
          <a:p>
            <a:pPr marL="0" lvl="0" indent="0" algn="l" rtl="0">
              <a:lnSpc>
                <a:spcPct val="90000"/>
              </a:lnSpc>
              <a:spcBef>
                <a:spcPts val="1035"/>
              </a:spcBef>
              <a:spcAft>
                <a:spcPts val="0"/>
              </a:spcAft>
              <a:buSzPts val="2400"/>
              <a:buNone/>
            </a:pPr>
            <a:r>
              <a:rPr lang="en-US" sz="3500" b="1" dirty="0">
                <a:solidFill>
                  <a:srgbClr val="FA6690"/>
                </a:solidFill>
                <a:latin typeface="Times New Roman"/>
                <a:ea typeface="Times New Roman"/>
                <a:cs typeface="Times New Roman"/>
                <a:sym typeface="Times New Roman"/>
              </a:rPr>
              <a:t>Motivation</a:t>
            </a:r>
            <a:br>
              <a:rPr lang="en-US" sz="3313" b="1" dirty="0">
                <a:solidFill>
                  <a:srgbClr val="548135"/>
                </a:solidFill>
                <a:latin typeface="Times New Roman"/>
                <a:ea typeface="Times New Roman"/>
                <a:cs typeface="Times New Roman"/>
                <a:sym typeface="Times New Roman"/>
              </a:rPr>
            </a:br>
            <a:endParaRPr sz="2069" dirty="0">
              <a:latin typeface="Times New Roman"/>
              <a:ea typeface="Times New Roman"/>
              <a:cs typeface="Times New Roman"/>
              <a:sym typeface="Times New Roman"/>
            </a:endParaRPr>
          </a:p>
          <a:p>
            <a:pPr marL="52581" lvl="0" indent="0" algn="l" rtl="0">
              <a:lnSpc>
                <a:spcPct val="90000"/>
              </a:lnSpc>
              <a:spcBef>
                <a:spcPts val="1035"/>
              </a:spcBef>
              <a:spcAft>
                <a:spcPts val="0"/>
              </a:spcAft>
              <a:buSzPts val="2400"/>
              <a:buNone/>
            </a:pPr>
            <a:endParaRPr sz="726" dirty="0">
              <a:latin typeface="Times New Roman"/>
              <a:ea typeface="Times New Roman"/>
              <a:cs typeface="Times New Roman"/>
              <a:sym typeface="Times New Roman"/>
            </a:endParaRPr>
          </a:p>
        </p:txBody>
      </p:sp>
      <p:sp>
        <p:nvSpPr>
          <p:cNvPr id="140" name="Google Shape;140;p7"/>
          <p:cNvSpPr txBox="1">
            <a:spLocks noGrp="1"/>
          </p:cNvSpPr>
          <p:nvPr>
            <p:ph type="sldNum" idx="12"/>
          </p:nvPr>
        </p:nvSpPr>
        <p:spPr>
          <a:xfrm>
            <a:off x="8610603" y="6356361"/>
            <a:ext cx="2743201" cy="36512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7</a:t>
            </a:fld>
            <a:endParaRPr/>
          </a:p>
        </p:txBody>
      </p:sp>
      <p:sp>
        <p:nvSpPr>
          <p:cNvPr id="141" name="Google Shape;141;p7"/>
          <p:cNvSpPr txBox="1"/>
          <p:nvPr/>
        </p:nvSpPr>
        <p:spPr>
          <a:xfrm>
            <a:off x="6746371" y="10940"/>
            <a:ext cx="5358235" cy="6994182"/>
          </a:xfrm>
          <a:prstGeom prst="rect">
            <a:avLst/>
          </a:prstGeom>
          <a:solidFill>
            <a:srgbClr val="EC747F"/>
          </a:solidFill>
          <a:ln>
            <a:noFill/>
          </a:ln>
        </p:spPr>
        <p:txBody>
          <a:bodyPr spcFirstLastPara="1" wrap="square" lIns="91425" tIns="45700" rIns="91425" bIns="45700" anchor="t" anchorCtr="0">
            <a:spAutoFit/>
          </a:bodyPr>
          <a:lstStyle/>
          <a:p>
            <a:pPr marL="0" marR="0" lvl="0" indent="0" algn="ctr" rtl="0">
              <a:lnSpc>
                <a:spcPct val="150000"/>
              </a:lnSpc>
              <a:spcBef>
                <a:spcPts val="0"/>
              </a:spcBef>
              <a:spcAft>
                <a:spcPts val="0"/>
              </a:spcAft>
              <a:buNone/>
            </a:pPr>
            <a:endParaRPr sz="2300" b="0" i="0" u="none" strike="noStrike" cap="none" dirty="0">
              <a:solidFill>
                <a:srgbClr val="0C0C0C"/>
              </a:solidFill>
              <a:latin typeface="Times New Roman"/>
              <a:ea typeface="Times New Roman"/>
              <a:cs typeface="Times New Roman"/>
              <a:sym typeface="Times New Roman"/>
            </a:endParaRPr>
          </a:p>
          <a:p>
            <a:pPr marL="0" marR="0" lvl="0" indent="0" algn="ctr" rtl="0">
              <a:lnSpc>
                <a:spcPct val="150000"/>
              </a:lnSpc>
              <a:spcBef>
                <a:spcPts val="0"/>
              </a:spcBef>
              <a:spcAft>
                <a:spcPts val="0"/>
              </a:spcAft>
              <a:buNone/>
            </a:pPr>
            <a:endParaRPr sz="2300" b="0" i="0" u="none" strike="noStrike" cap="none" dirty="0">
              <a:solidFill>
                <a:srgbClr val="0C0C0C"/>
              </a:solidFill>
              <a:latin typeface="Times New Roman"/>
              <a:ea typeface="Times New Roman"/>
              <a:cs typeface="Times New Roman"/>
              <a:sym typeface="Times New Roman"/>
            </a:endParaRPr>
          </a:p>
          <a:p>
            <a:pPr marL="0" marR="0" lvl="0" indent="0" algn="ctr" rtl="0">
              <a:lnSpc>
                <a:spcPct val="150000"/>
              </a:lnSpc>
              <a:spcBef>
                <a:spcPts val="0"/>
              </a:spcBef>
              <a:spcAft>
                <a:spcPts val="0"/>
              </a:spcAft>
              <a:buNone/>
            </a:pPr>
            <a:endParaRPr sz="2300" b="0" i="0" u="none" strike="noStrike" cap="none" dirty="0">
              <a:solidFill>
                <a:srgbClr val="EC747F"/>
              </a:solidFill>
              <a:latin typeface="Times New Roman"/>
              <a:ea typeface="Times New Roman"/>
              <a:cs typeface="Times New Roman"/>
              <a:sym typeface="Times New Roman"/>
            </a:endParaRPr>
          </a:p>
          <a:p>
            <a:pPr marL="0" marR="0" lvl="0" indent="0" algn="ctr" rtl="0">
              <a:lnSpc>
                <a:spcPct val="150000"/>
              </a:lnSpc>
              <a:spcBef>
                <a:spcPts val="0"/>
              </a:spcBef>
              <a:spcAft>
                <a:spcPts val="0"/>
              </a:spcAft>
              <a:buNone/>
            </a:pPr>
            <a:r>
              <a:rPr lang="en-US" sz="2300" b="0" i="0" u="none" strike="noStrike" cap="none" dirty="0">
                <a:solidFill>
                  <a:schemeClr val="lt1"/>
                </a:solidFill>
                <a:latin typeface="Times New Roman"/>
                <a:ea typeface="Times New Roman"/>
                <a:cs typeface="Times New Roman"/>
                <a:sym typeface="Times New Roman"/>
              </a:rPr>
              <a:t>According to the continuous increase in the number of these patients in Egypt and the world, A human-computer interface application should be created to help these patients and serve as a communication channel linking them to the external community and allowing interaction with it.</a:t>
            </a:r>
            <a:endParaRPr sz="2300" b="0" i="0" u="none" strike="noStrike" cap="none" dirty="0">
              <a:solidFill>
                <a:schemeClr val="lt1"/>
              </a:solidFill>
              <a:latin typeface="Times New Roman"/>
              <a:ea typeface="Times New Roman"/>
              <a:cs typeface="Times New Roman"/>
              <a:sym typeface="Times New Roman"/>
            </a:endParaRPr>
          </a:p>
          <a:p>
            <a:pPr marL="0" marR="0" lvl="0" indent="0" algn="ctr" rtl="0">
              <a:lnSpc>
                <a:spcPct val="150000"/>
              </a:lnSpc>
              <a:spcBef>
                <a:spcPts val="0"/>
              </a:spcBef>
              <a:spcAft>
                <a:spcPts val="0"/>
              </a:spcAft>
              <a:buNone/>
            </a:pPr>
            <a:endParaRPr sz="2300" b="0" i="0" u="none" strike="noStrike" cap="none" dirty="0">
              <a:solidFill>
                <a:srgbClr val="0C0C0C"/>
              </a:solidFill>
              <a:latin typeface="Times New Roman"/>
              <a:ea typeface="Times New Roman"/>
              <a:cs typeface="Times New Roman"/>
              <a:sym typeface="Times New Roman"/>
            </a:endParaRPr>
          </a:p>
          <a:p>
            <a:pPr marL="0" marR="0" lvl="0" indent="0" algn="ctr" rtl="0">
              <a:lnSpc>
                <a:spcPct val="150000"/>
              </a:lnSpc>
              <a:spcBef>
                <a:spcPts val="0"/>
              </a:spcBef>
              <a:spcAft>
                <a:spcPts val="0"/>
              </a:spcAft>
              <a:buNone/>
            </a:pPr>
            <a:endParaRPr sz="2300" b="0" i="0" u="none" strike="noStrike" cap="none" dirty="0">
              <a:solidFill>
                <a:srgbClr val="0C0C0C"/>
              </a:solidFill>
              <a:latin typeface="Times New Roman"/>
              <a:ea typeface="Times New Roman"/>
              <a:cs typeface="Times New Roman"/>
              <a:sym typeface="Times New Roman"/>
            </a:endParaRPr>
          </a:p>
          <a:p>
            <a:pPr marL="0" marR="0" lvl="0" indent="0" algn="ctr" rtl="0">
              <a:lnSpc>
                <a:spcPct val="150000"/>
              </a:lnSpc>
              <a:spcBef>
                <a:spcPts val="0"/>
              </a:spcBef>
              <a:spcAft>
                <a:spcPts val="0"/>
              </a:spcAft>
              <a:buNone/>
            </a:pPr>
            <a:endParaRPr sz="2300" b="0" i="0" u="none" strike="noStrike" cap="none" dirty="0">
              <a:solidFill>
                <a:srgbClr val="0C0C0C"/>
              </a:solidFill>
              <a:latin typeface="Times New Roman"/>
              <a:ea typeface="Times New Roman"/>
              <a:cs typeface="Times New Roman"/>
              <a:sym typeface="Times New Roman"/>
            </a:endParaRPr>
          </a:p>
        </p:txBody>
      </p:sp>
      <p:graphicFrame>
        <p:nvGraphicFramePr>
          <p:cNvPr id="142" name="Google Shape;142;p7"/>
          <p:cNvGraphicFramePr/>
          <p:nvPr>
            <p:extLst>
              <p:ext uri="{D42A27DB-BD31-4B8C-83A1-F6EECF244321}">
                <p14:modId xmlns:p14="http://schemas.microsoft.com/office/powerpoint/2010/main" val="974602988"/>
              </p:ext>
            </p:extLst>
          </p:nvPr>
        </p:nvGraphicFramePr>
        <p:xfrm>
          <a:off x="293838" y="1886977"/>
          <a:ext cx="5726014" cy="4209973"/>
        </p:xfrm>
        <a:graphic>
          <a:graphicData uri="http://schemas.openxmlformats.org/drawingml/2006/chart">
            <c:chart xmlns:c="http://schemas.openxmlformats.org/drawingml/2006/chart" xmlns:r="http://schemas.openxmlformats.org/officeDocument/2006/relationships" r:id="rId3"/>
          </a:graphicData>
        </a:graphic>
      </p:graphicFrame>
      <p:cxnSp>
        <p:nvCxnSpPr>
          <p:cNvPr id="9" name="Google Shape;130;p6"/>
          <p:cNvCxnSpPr/>
          <p:nvPr/>
        </p:nvCxnSpPr>
        <p:spPr>
          <a:xfrm flipV="1">
            <a:off x="179613" y="1149531"/>
            <a:ext cx="2459084" cy="11682"/>
          </a:xfrm>
          <a:prstGeom prst="straightConnector1">
            <a:avLst/>
          </a:prstGeom>
          <a:noFill/>
          <a:ln w="38100" cap="flat" cmpd="sng">
            <a:solidFill>
              <a:srgbClr val="FA6690"/>
            </a:solidFill>
            <a:prstDash val="solid"/>
            <a:round/>
            <a:headEnd type="none" w="sm" len="sm"/>
            <a:tailEnd type="none" w="sm" len="sm"/>
          </a:ln>
          <a:effectLst>
            <a:outerShdw blurRad="40000" dist="23000" dir="5400000" rotWithShape="0">
              <a:srgbClr val="000000">
                <a:alpha val="34901"/>
              </a:srgbClr>
            </a:outerShdw>
          </a:effectLst>
        </p:spPr>
      </p:cxnSp>
    </p:spTree>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8"/>
          <p:cNvSpPr txBox="1">
            <a:spLocks noGrp="1"/>
          </p:cNvSpPr>
          <p:nvPr>
            <p:ph type="subTitle" idx="1"/>
          </p:nvPr>
        </p:nvSpPr>
        <p:spPr>
          <a:xfrm>
            <a:off x="179615" y="-174171"/>
            <a:ext cx="7600543" cy="1741714"/>
          </a:xfrm>
          <a:prstGeom prst="rect">
            <a:avLst/>
          </a:prstGeom>
          <a:noFill/>
          <a:ln>
            <a:noFill/>
          </a:ln>
        </p:spPr>
        <p:txBody>
          <a:bodyPr spcFirstLastPara="1" wrap="square" lIns="91425" tIns="45700" rIns="91425" bIns="45700" anchor="t" anchorCtr="0">
            <a:noAutofit/>
          </a:bodyPr>
          <a:lstStyle/>
          <a:p>
            <a:pPr marL="457200" lvl="0" indent="-406400" algn="l" rtl="0">
              <a:lnSpc>
                <a:spcPct val="90000"/>
              </a:lnSpc>
              <a:spcBef>
                <a:spcPts val="1035"/>
              </a:spcBef>
              <a:spcAft>
                <a:spcPts val="0"/>
              </a:spcAft>
              <a:buSzPts val="2400"/>
              <a:buNone/>
            </a:pPr>
            <a:endParaRPr sz="2898" b="1" dirty="0">
              <a:solidFill>
                <a:srgbClr val="385623"/>
              </a:solidFill>
              <a:latin typeface="Times New Roman"/>
              <a:ea typeface="Times New Roman"/>
              <a:cs typeface="Times New Roman"/>
              <a:sym typeface="Times New Roman"/>
            </a:endParaRPr>
          </a:p>
          <a:p>
            <a:pPr marL="0" lvl="0" indent="0" algn="l" rtl="0">
              <a:lnSpc>
                <a:spcPct val="90000"/>
              </a:lnSpc>
              <a:spcBef>
                <a:spcPts val="1035"/>
              </a:spcBef>
              <a:spcAft>
                <a:spcPts val="0"/>
              </a:spcAft>
              <a:buSzPts val="2400"/>
              <a:buNone/>
            </a:pPr>
            <a:r>
              <a:rPr lang="en-US" sz="3500" b="1" dirty="0">
                <a:solidFill>
                  <a:srgbClr val="FA6690"/>
                </a:solidFill>
                <a:latin typeface="Times New Roman"/>
                <a:ea typeface="Times New Roman"/>
                <a:cs typeface="Times New Roman"/>
                <a:sym typeface="Times New Roman"/>
              </a:rPr>
              <a:t>Objective</a:t>
            </a:r>
            <a:br>
              <a:rPr lang="en-US" sz="3313" b="1" dirty="0">
                <a:solidFill>
                  <a:srgbClr val="548135"/>
                </a:solidFill>
                <a:latin typeface="Times New Roman"/>
                <a:ea typeface="Times New Roman"/>
                <a:cs typeface="Times New Roman"/>
                <a:sym typeface="Times New Roman"/>
              </a:rPr>
            </a:br>
            <a:endParaRPr sz="2069" dirty="0">
              <a:latin typeface="Times New Roman"/>
              <a:ea typeface="Times New Roman"/>
              <a:cs typeface="Times New Roman"/>
              <a:sym typeface="Times New Roman"/>
            </a:endParaRPr>
          </a:p>
          <a:p>
            <a:pPr marL="52581" lvl="0" indent="0" algn="l" rtl="0">
              <a:lnSpc>
                <a:spcPct val="90000"/>
              </a:lnSpc>
              <a:spcBef>
                <a:spcPts val="1035"/>
              </a:spcBef>
              <a:spcAft>
                <a:spcPts val="0"/>
              </a:spcAft>
              <a:buSzPts val="2400"/>
              <a:buNone/>
            </a:pPr>
            <a:endParaRPr sz="726" dirty="0">
              <a:latin typeface="Times New Roman"/>
              <a:ea typeface="Times New Roman"/>
              <a:cs typeface="Times New Roman"/>
              <a:sym typeface="Times New Roman"/>
            </a:endParaRPr>
          </a:p>
        </p:txBody>
      </p:sp>
      <p:sp>
        <p:nvSpPr>
          <p:cNvPr id="149" name="Google Shape;149;p8"/>
          <p:cNvSpPr txBox="1">
            <a:spLocks noGrp="1"/>
          </p:cNvSpPr>
          <p:nvPr>
            <p:ph type="sldNum" idx="12"/>
          </p:nvPr>
        </p:nvSpPr>
        <p:spPr>
          <a:xfrm>
            <a:off x="8610603" y="6356361"/>
            <a:ext cx="2743201" cy="36512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8</a:t>
            </a:fld>
            <a:endParaRPr/>
          </a:p>
        </p:txBody>
      </p:sp>
      <p:sp>
        <p:nvSpPr>
          <p:cNvPr id="150" name="Google Shape;150;p8"/>
          <p:cNvSpPr txBox="1"/>
          <p:nvPr/>
        </p:nvSpPr>
        <p:spPr>
          <a:xfrm>
            <a:off x="179615" y="936102"/>
            <a:ext cx="11237322" cy="5521304"/>
          </a:xfrm>
          <a:prstGeom prst="rect">
            <a:avLst/>
          </a:prstGeom>
          <a:noFill/>
          <a:ln>
            <a:noFill/>
          </a:ln>
        </p:spPr>
        <p:txBody>
          <a:bodyPr spcFirstLastPara="1" wrap="square" lIns="94625" tIns="47300" rIns="94625" bIns="47300" anchor="t" anchorCtr="0">
            <a:noAutofit/>
          </a:bodyPr>
          <a:lstStyle/>
          <a:p>
            <a:pPr marL="87089" marR="0" lvl="0" indent="-34507" algn="l" rtl="0">
              <a:lnSpc>
                <a:spcPct val="90000"/>
              </a:lnSpc>
              <a:spcBef>
                <a:spcPts val="1000"/>
              </a:spcBef>
              <a:spcAft>
                <a:spcPts val="0"/>
              </a:spcAft>
              <a:buClr>
                <a:schemeClr val="dk1"/>
              </a:buClr>
              <a:buSzPts val="2400"/>
              <a:buFont typeface="Arial"/>
              <a:buNone/>
            </a:pPr>
            <a:endParaRPr sz="3500" b="1" i="0" u="none" strike="noStrike" cap="none" dirty="0">
              <a:solidFill>
                <a:srgbClr val="385623"/>
              </a:solidFill>
              <a:latin typeface="Times New Roman"/>
              <a:ea typeface="Times New Roman"/>
              <a:cs typeface="Times New Roman"/>
              <a:sym typeface="Times New Roman"/>
            </a:endParaRPr>
          </a:p>
          <a:p>
            <a:pPr marL="87089" marR="0" lvl="0" indent="-34507" rtl="0">
              <a:lnSpc>
                <a:spcPct val="90000"/>
              </a:lnSpc>
              <a:spcBef>
                <a:spcPts val="1000"/>
              </a:spcBef>
              <a:spcAft>
                <a:spcPts val="0"/>
              </a:spcAft>
              <a:buClr>
                <a:schemeClr val="dk1"/>
              </a:buClr>
              <a:buSzPts val="2400"/>
              <a:buFont typeface="Arial"/>
              <a:buNone/>
            </a:pPr>
            <a:r>
              <a:rPr lang="en-US" sz="2300"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The objective of this project is to develop a controlling Human-Computer Interface (HCI) system based on electrooculography (EOG).</a:t>
            </a:r>
            <a:endParaRPr sz="2300" dirty="0">
              <a:latin typeface="Times New Roman" panose="02020603050405020304" pitchFamily="18" charset="0"/>
              <a:cs typeface="Times New Roman" panose="02020603050405020304" pitchFamily="18" charset="0"/>
            </a:endParaRPr>
          </a:p>
          <a:p>
            <a:pPr marL="87089" marR="0" lvl="0" indent="-34507" algn="just" rtl="0">
              <a:lnSpc>
                <a:spcPct val="90000"/>
              </a:lnSpc>
              <a:spcBef>
                <a:spcPts val="1000"/>
              </a:spcBef>
              <a:spcAft>
                <a:spcPts val="0"/>
              </a:spcAft>
              <a:buClr>
                <a:schemeClr val="dk1"/>
              </a:buClr>
              <a:buSzPts val="2400"/>
              <a:buFont typeface="Arial"/>
              <a:buNone/>
            </a:pPr>
            <a:endParaRPr sz="2069" b="0" i="0" u="none" strike="noStrike" cap="none" dirty="0">
              <a:solidFill>
                <a:schemeClr val="dk1"/>
              </a:solidFill>
              <a:latin typeface="Times New Roman"/>
              <a:ea typeface="Times New Roman"/>
              <a:cs typeface="Times New Roman"/>
              <a:sym typeface="Times New Roman"/>
            </a:endParaRPr>
          </a:p>
        </p:txBody>
      </p:sp>
      <p:pic>
        <p:nvPicPr>
          <p:cNvPr id="151" name="Google Shape;151;p8" descr="H:\2-Radwa Master\Master\3-Images\2-Electrod Placment\images (1).png"/>
          <p:cNvPicPr preferRelativeResize="0"/>
          <p:nvPr/>
        </p:nvPicPr>
        <p:blipFill rotWithShape="1">
          <a:blip r:embed="rId3">
            <a:alphaModFix/>
          </a:blip>
          <a:srcRect/>
          <a:stretch/>
        </p:blipFill>
        <p:spPr>
          <a:xfrm>
            <a:off x="1549206" y="3145289"/>
            <a:ext cx="4077220" cy="2247180"/>
          </a:xfrm>
          <a:prstGeom prst="rect">
            <a:avLst/>
          </a:prstGeom>
          <a:noFill/>
          <a:ln>
            <a:noFill/>
          </a:ln>
        </p:spPr>
      </p:pic>
      <p:pic>
        <p:nvPicPr>
          <p:cNvPr id="152" name="Google Shape;152;p8" descr="Chart, line chart&#10;&#10;Description automatically generated"/>
          <p:cNvPicPr preferRelativeResize="0"/>
          <p:nvPr/>
        </p:nvPicPr>
        <p:blipFill rotWithShape="1">
          <a:blip r:embed="rId4">
            <a:alphaModFix/>
          </a:blip>
          <a:srcRect/>
          <a:stretch/>
        </p:blipFill>
        <p:spPr>
          <a:xfrm>
            <a:off x="6313311" y="2501581"/>
            <a:ext cx="5643849" cy="3768124"/>
          </a:xfrm>
          <a:prstGeom prst="rect">
            <a:avLst/>
          </a:prstGeom>
          <a:noFill/>
          <a:ln>
            <a:noFill/>
          </a:ln>
        </p:spPr>
      </p:pic>
      <p:cxnSp>
        <p:nvCxnSpPr>
          <p:cNvPr id="10" name="Google Shape;130;p6"/>
          <p:cNvCxnSpPr/>
          <p:nvPr/>
        </p:nvCxnSpPr>
        <p:spPr>
          <a:xfrm flipV="1">
            <a:off x="179615" y="1175657"/>
            <a:ext cx="2354579" cy="2973"/>
          </a:xfrm>
          <a:prstGeom prst="straightConnector1">
            <a:avLst/>
          </a:prstGeom>
          <a:noFill/>
          <a:ln w="38100" cap="flat" cmpd="sng">
            <a:solidFill>
              <a:srgbClr val="FA6690"/>
            </a:solidFill>
            <a:prstDash val="solid"/>
            <a:round/>
            <a:headEnd type="none" w="sm" len="sm"/>
            <a:tailEnd type="none" w="sm" len="sm"/>
          </a:ln>
          <a:effectLst>
            <a:outerShdw blurRad="40000" dist="23000" dir="5400000" rotWithShape="0">
              <a:srgbClr val="000000">
                <a:alpha val="34901"/>
              </a:srgbClr>
            </a:outerShdw>
          </a:effectLst>
        </p:spPr>
      </p:cxnSp>
    </p:spTree>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9"/>
          <p:cNvSpPr txBox="1">
            <a:spLocks noGrp="1"/>
          </p:cNvSpPr>
          <p:nvPr>
            <p:ph type="subTitle" idx="1"/>
          </p:nvPr>
        </p:nvSpPr>
        <p:spPr>
          <a:xfrm>
            <a:off x="179615" y="-120103"/>
            <a:ext cx="7600543" cy="588241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1035"/>
              </a:spcBef>
              <a:spcAft>
                <a:spcPts val="0"/>
              </a:spcAft>
              <a:buSzPts val="2400"/>
              <a:buNone/>
            </a:pPr>
            <a:endParaRPr lang="en-AS" sz="2898" b="1" dirty="0">
              <a:solidFill>
                <a:srgbClr val="385623"/>
              </a:solidFill>
              <a:latin typeface="Times New Roman"/>
              <a:ea typeface="Times New Roman"/>
              <a:cs typeface="Times New Roman"/>
              <a:sym typeface="Times New Roman"/>
            </a:endParaRPr>
          </a:p>
          <a:p>
            <a:pPr marL="0" lvl="0" indent="0" algn="l" rtl="0">
              <a:lnSpc>
                <a:spcPct val="90000"/>
              </a:lnSpc>
              <a:spcBef>
                <a:spcPts val="1035"/>
              </a:spcBef>
              <a:spcAft>
                <a:spcPts val="0"/>
              </a:spcAft>
              <a:buSzPts val="2400"/>
              <a:buNone/>
            </a:pPr>
            <a:r>
              <a:rPr lang="en-US" sz="3500" b="1" dirty="0">
                <a:solidFill>
                  <a:srgbClr val="FA6690"/>
                </a:solidFill>
                <a:latin typeface="Times New Roman"/>
                <a:ea typeface="Times New Roman"/>
                <a:cs typeface="Times New Roman"/>
                <a:sym typeface="Times New Roman"/>
              </a:rPr>
              <a:t>Related</a:t>
            </a:r>
            <a:r>
              <a:rPr lang="en-US" sz="3500" b="1" dirty="0">
                <a:solidFill>
                  <a:srgbClr val="FA6671"/>
                </a:solidFill>
                <a:latin typeface="Times New Roman"/>
                <a:ea typeface="Times New Roman"/>
                <a:cs typeface="Times New Roman"/>
                <a:sym typeface="Times New Roman"/>
              </a:rPr>
              <a:t> </a:t>
            </a:r>
            <a:r>
              <a:rPr lang="en-US" sz="3500" b="1" dirty="0">
                <a:solidFill>
                  <a:srgbClr val="FA6690"/>
                </a:solidFill>
                <a:latin typeface="Times New Roman"/>
                <a:ea typeface="Times New Roman"/>
                <a:cs typeface="Times New Roman"/>
                <a:sym typeface="Times New Roman"/>
              </a:rPr>
              <a:t>Work</a:t>
            </a:r>
            <a:br>
              <a:rPr lang="en-US" sz="3313" b="1" dirty="0">
                <a:solidFill>
                  <a:srgbClr val="FA6671"/>
                </a:solidFill>
                <a:latin typeface="Times New Roman"/>
                <a:ea typeface="Times New Roman"/>
                <a:cs typeface="Times New Roman"/>
                <a:sym typeface="Times New Roman"/>
              </a:rPr>
            </a:br>
            <a:endParaRPr sz="2069" dirty="0">
              <a:solidFill>
                <a:srgbClr val="FA6671"/>
              </a:solidFill>
              <a:latin typeface="Times New Roman"/>
              <a:ea typeface="Times New Roman"/>
              <a:cs typeface="Times New Roman"/>
              <a:sym typeface="Times New Roman"/>
            </a:endParaRPr>
          </a:p>
          <a:p>
            <a:pPr marL="52581" lvl="0" indent="0" algn="l" rtl="0">
              <a:lnSpc>
                <a:spcPct val="90000"/>
              </a:lnSpc>
              <a:spcBef>
                <a:spcPts val="1035"/>
              </a:spcBef>
              <a:spcAft>
                <a:spcPts val="0"/>
              </a:spcAft>
              <a:buSzPts val="2400"/>
              <a:buNone/>
            </a:pPr>
            <a:endParaRPr sz="726" dirty="0">
              <a:latin typeface="Times New Roman"/>
              <a:ea typeface="Times New Roman"/>
              <a:cs typeface="Times New Roman"/>
              <a:sym typeface="Times New Roman"/>
            </a:endParaRPr>
          </a:p>
        </p:txBody>
      </p:sp>
      <p:sp>
        <p:nvSpPr>
          <p:cNvPr id="159" name="Google Shape;159;p9"/>
          <p:cNvSpPr txBox="1">
            <a:spLocks noGrp="1"/>
          </p:cNvSpPr>
          <p:nvPr>
            <p:ph type="sldNum" idx="12"/>
          </p:nvPr>
        </p:nvSpPr>
        <p:spPr>
          <a:xfrm>
            <a:off x="8610603" y="6356361"/>
            <a:ext cx="2743201" cy="36512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9</a:t>
            </a:fld>
            <a:endParaRPr/>
          </a:p>
        </p:txBody>
      </p:sp>
      <p:graphicFrame>
        <p:nvGraphicFramePr>
          <p:cNvPr id="160" name="Google Shape;160;p9"/>
          <p:cNvGraphicFramePr/>
          <p:nvPr>
            <p:extLst>
              <p:ext uri="{D42A27DB-BD31-4B8C-83A1-F6EECF244321}">
                <p14:modId xmlns:p14="http://schemas.microsoft.com/office/powerpoint/2010/main" val="4091818450"/>
              </p:ext>
            </p:extLst>
          </p:nvPr>
        </p:nvGraphicFramePr>
        <p:xfrm>
          <a:off x="179613" y="1333548"/>
          <a:ext cx="11796225" cy="5387950"/>
        </p:xfrm>
        <a:graphic>
          <a:graphicData uri="http://schemas.openxmlformats.org/drawingml/2006/table">
            <a:tbl>
              <a:tblPr firstRow="1" bandRow="1">
                <a:noFill/>
                <a:tableStyleId>{F73BB729-E56E-47E9-BA1C-CBDBD797D307}</a:tableStyleId>
              </a:tblPr>
              <a:tblGrid>
                <a:gridCol w="1662900">
                  <a:extLst>
                    <a:ext uri="{9D8B030D-6E8A-4147-A177-3AD203B41FA5}">
                      <a16:colId xmlns:a16="http://schemas.microsoft.com/office/drawing/2014/main" val="20000"/>
                    </a:ext>
                  </a:extLst>
                </a:gridCol>
                <a:gridCol w="1834050">
                  <a:extLst>
                    <a:ext uri="{9D8B030D-6E8A-4147-A177-3AD203B41FA5}">
                      <a16:colId xmlns:a16="http://schemas.microsoft.com/office/drawing/2014/main" val="20001"/>
                    </a:ext>
                  </a:extLst>
                </a:gridCol>
                <a:gridCol w="3237525">
                  <a:extLst>
                    <a:ext uri="{9D8B030D-6E8A-4147-A177-3AD203B41FA5}">
                      <a16:colId xmlns:a16="http://schemas.microsoft.com/office/drawing/2014/main" val="20002"/>
                    </a:ext>
                  </a:extLst>
                </a:gridCol>
                <a:gridCol w="2034800">
                  <a:extLst>
                    <a:ext uri="{9D8B030D-6E8A-4147-A177-3AD203B41FA5}">
                      <a16:colId xmlns:a16="http://schemas.microsoft.com/office/drawing/2014/main" val="20003"/>
                    </a:ext>
                  </a:extLst>
                </a:gridCol>
                <a:gridCol w="1803125">
                  <a:extLst>
                    <a:ext uri="{9D8B030D-6E8A-4147-A177-3AD203B41FA5}">
                      <a16:colId xmlns:a16="http://schemas.microsoft.com/office/drawing/2014/main" val="20004"/>
                    </a:ext>
                  </a:extLst>
                </a:gridCol>
                <a:gridCol w="1223825">
                  <a:extLst>
                    <a:ext uri="{9D8B030D-6E8A-4147-A177-3AD203B41FA5}">
                      <a16:colId xmlns:a16="http://schemas.microsoft.com/office/drawing/2014/main" val="20005"/>
                    </a:ext>
                  </a:extLst>
                </a:gridCol>
              </a:tblGrid>
              <a:tr h="599975">
                <a:tc>
                  <a:txBody>
                    <a:bodyPr/>
                    <a:lstStyle/>
                    <a:p>
                      <a:pPr marL="0" marR="0" lvl="0" indent="0" algn="ctr" rtl="0">
                        <a:lnSpc>
                          <a:spcPct val="100000"/>
                        </a:lnSpc>
                        <a:spcBef>
                          <a:spcPts val="0"/>
                        </a:spcBef>
                        <a:spcAft>
                          <a:spcPts val="0"/>
                        </a:spcAft>
                        <a:buNone/>
                      </a:pPr>
                      <a:r>
                        <a:rPr lang="en-US" sz="1700" b="1" u="none" strike="noStrike" cap="none" dirty="0">
                          <a:solidFill>
                            <a:schemeClr val="dk1"/>
                          </a:solidFill>
                          <a:latin typeface="Times New Roman" panose="02020603050405020304" pitchFamily="18" charset="0"/>
                          <a:cs typeface="Times New Roman" panose="02020603050405020304" pitchFamily="18" charset="0"/>
                        </a:rPr>
                        <a:t>Author</a:t>
                      </a:r>
                      <a:endParaRPr sz="1700" b="1"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txBody>
                  <a:tcPr marL="81800" marR="81800" marT="40900" marB="409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A6671"/>
                    </a:solidFill>
                  </a:tcPr>
                </a:tc>
                <a:tc>
                  <a:txBody>
                    <a:bodyPr/>
                    <a:lstStyle/>
                    <a:p>
                      <a:pPr marL="0" marR="0" lvl="0" indent="0" algn="ctr" rtl="0">
                        <a:lnSpc>
                          <a:spcPct val="100000"/>
                        </a:lnSpc>
                        <a:spcBef>
                          <a:spcPts val="0"/>
                        </a:spcBef>
                        <a:spcAft>
                          <a:spcPts val="0"/>
                        </a:spcAft>
                        <a:buNone/>
                      </a:pPr>
                      <a:r>
                        <a:rPr lang="en-US" sz="1700" b="1" u="none" strike="noStrike" cap="none" dirty="0">
                          <a:solidFill>
                            <a:schemeClr val="dk1"/>
                          </a:solidFill>
                          <a:latin typeface="Times New Roman" panose="02020603050405020304" pitchFamily="18" charset="0"/>
                          <a:cs typeface="Times New Roman" panose="02020603050405020304" pitchFamily="18" charset="0"/>
                        </a:rPr>
                        <a:t>Data Acquisition</a:t>
                      </a:r>
                      <a:endParaRPr sz="1700" b="1"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txBody>
                  <a:tcPr marL="81800" marR="81800" marT="40900" marB="409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A6671"/>
                    </a:solidFill>
                  </a:tcPr>
                </a:tc>
                <a:tc>
                  <a:txBody>
                    <a:bodyPr/>
                    <a:lstStyle/>
                    <a:p>
                      <a:pPr marL="0" marR="0" lvl="0" indent="0" algn="ctr" rtl="0">
                        <a:lnSpc>
                          <a:spcPct val="100000"/>
                        </a:lnSpc>
                        <a:spcBef>
                          <a:spcPts val="0"/>
                        </a:spcBef>
                        <a:spcAft>
                          <a:spcPts val="0"/>
                        </a:spcAft>
                        <a:buNone/>
                      </a:pPr>
                      <a:r>
                        <a:rPr lang="en-US" sz="1700" b="1" u="none" strike="noStrike" cap="none" dirty="0">
                          <a:solidFill>
                            <a:schemeClr val="dk1"/>
                          </a:solidFill>
                          <a:latin typeface="Times New Roman" panose="02020603050405020304" pitchFamily="18" charset="0"/>
                          <a:cs typeface="Times New Roman" panose="02020603050405020304" pitchFamily="18" charset="0"/>
                        </a:rPr>
                        <a:t>Pre-processing</a:t>
                      </a:r>
                      <a:endParaRPr sz="1700" b="1"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txBody>
                  <a:tcPr marL="81800" marR="81800" marT="40900" marB="409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A6671"/>
                    </a:solidFill>
                  </a:tcPr>
                </a:tc>
                <a:tc>
                  <a:txBody>
                    <a:bodyPr/>
                    <a:lstStyle/>
                    <a:p>
                      <a:pPr marL="0" marR="0" lvl="0" indent="0" algn="ctr" rtl="0">
                        <a:lnSpc>
                          <a:spcPct val="100000"/>
                        </a:lnSpc>
                        <a:spcBef>
                          <a:spcPts val="0"/>
                        </a:spcBef>
                        <a:spcAft>
                          <a:spcPts val="0"/>
                        </a:spcAft>
                        <a:buNone/>
                      </a:pPr>
                      <a:r>
                        <a:rPr lang="en-US" sz="1700" b="1" u="none" strike="noStrike" cap="none" dirty="0">
                          <a:solidFill>
                            <a:schemeClr val="dk1"/>
                          </a:solidFill>
                          <a:latin typeface="Times New Roman" panose="02020603050405020304" pitchFamily="18" charset="0"/>
                          <a:cs typeface="Times New Roman" panose="02020603050405020304" pitchFamily="18" charset="0"/>
                        </a:rPr>
                        <a:t>Feature Extraction</a:t>
                      </a:r>
                      <a:endParaRPr sz="1700" b="1"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txBody>
                  <a:tcPr marL="81800" marR="81800" marT="40900" marB="409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A6671"/>
                    </a:solidFill>
                  </a:tcPr>
                </a:tc>
                <a:tc>
                  <a:txBody>
                    <a:bodyPr/>
                    <a:lstStyle/>
                    <a:p>
                      <a:pPr marL="0" marR="0" lvl="0" indent="0" algn="ctr" rtl="0">
                        <a:lnSpc>
                          <a:spcPct val="100000"/>
                        </a:lnSpc>
                        <a:spcBef>
                          <a:spcPts val="0"/>
                        </a:spcBef>
                        <a:spcAft>
                          <a:spcPts val="0"/>
                        </a:spcAft>
                        <a:buNone/>
                      </a:pPr>
                      <a:r>
                        <a:rPr lang="en-US" sz="1700" b="1" u="none" strike="noStrike" cap="none" dirty="0">
                          <a:solidFill>
                            <a:schemeClr val="dk1"/>
                          </a:solidFill>
                          <a:latin typeface="Times New Roman" panose="02020603050405020304" pitchFamily="18" charset="0"/>
                          <a:cs typeface="Times New Roman" panose="02020603050405020304" pitchFamily="18" charset="0"/>
                        </a:rPr>
                        <a:t>Classification</a:t>
                      </a:r>
                      <a:endParaRPr sz="1700" b="1"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txBody>
                  <a:tcPr marL="81800" marR="81800" marT="40900" marB="409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A6671"/>
                    </a:solidFill>
                  </a:tcPr>
                </a:tc>
                <a:tc>
                  <a:txBody>
                    <a:bodyPr/>
                    <a:lstStyle/>
                    <a:p>
                      <a:pPr marL="0" marR="0" lvl="0" indent="0" algn="ctr" rtl="0">
                        <a:lnSpc>
                          <a:spcPct val="100000"/>
                        </a:lnSpc>
                        <a:spcBef>
                          <a:spcPts val="0"/>
                        </a:spcBef>
                        <a:spcAft>
                          <a:spcPts val="0"/>
                        </a:spcAft>
                        <a:buNone/>
                      </a:pPr>
                      <a:r>
                        <a:rPr lang="en-US" sz="1700" b="1" u="none" strike="noStrike" cap="none" dirty="0">
                          <a:solidFill>
                            <a:schemeClr val="dk1"/>
                          </a:solidFill>
                          <a:latin typeface="Times New Roman" panose="02020603050405020304" pitchFamily="18" charset="0"/>
                          <a:cs typeface="Times New Roman" panose="02020603050405020304" pitchFamily="18" charset="0"/>
                        </a:rPr>
                        <a:t>Accuracy</a:t>
                      </a:r>
                      <a:endParaRPr sz="1700" b="1"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txBody>
                  <a:tcPr marL="81800" marR="81800" marT="40900" marB="409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A6671"/>
                    </a:solidFill>
                  </a:tcPr>
                </a:tc>
                <a:extLst>
                  <a:ext uri="{0D108BD9-81ED-4DB2-BD59-A6C34878D82A}">
                    <a16:rowId xmlns:a16="http://schemas.microsoft.com/office/drawing/2014/main" val="10000"/>
                  </a:ext>
                </a:extLst>
              </a:tr>
              <a:tr h="1200875">
                <a:tc>
                  <a:txBody>
                    <a:bodyPr/>
                    <a:lstStyle/>
                    <a:p>
                      <a:pPr marL="0" marR="0" lvl="0" indent="0" algn="l" rtl="0">
                        <a:lnSpc>
                          <a:spcPct val="100000"/>
                        </a:lnSpc>
                        <a:spcBef>
                          <a:spcPts val="0"/>
                        </a:spcBef>
                        <a:spcAft>
                          <a:spcPts val="0"/>
                        </a:spcAft>
                        <a:buNone/>
                      </a:pPr>
                      <a:endParaRPr sz="1200" b="0" i="0" u="none" strike="noStrike" cap="none" dirty="0">
                        <a:solidFill>
                          <a:schemeClr val="dk1"/>
                        </a:solidFill>
                        <a:latin typeface="Times New Roman" panose="02020603050405020304" pitchFamily="18" charset="0"/>
                        <a:ea typeface="Arial"/>
                        <a:cs typeface="Times New Roman" panose="02020603050405020304" pitchFamily="18" charset="0"/>
                        <a:sym typeface="Arial"/>
                      </a:endParaRPr>
                    </a:p>
                    <a:p>
                      <a:pPr marL="0" marR="0" lvl="0" indent="0" algn="l" rtl="0">
                        <a:lnSpc>
                          <a:spcPct val="100000"/>
                        </a:lnSpc>
                        <a:spcBef>
                          <a:spcPts val="0"/>
                        </a:spcBef>
                        <a:spcAft>
                          <a:spcPts val="0"/>
                        </a:spcAft>
                        <a:buNone/>
                      </a:pPr>
                      <a:r>
                        <a:rPr lang="en-US" sz="1200" b="0" i="0" u="none" strike="noStrike" cap="none" dirty="0">
                          <a:solidFill>
                            <a:schemeClr val="dk1"/>
                          </a:solidFill>
                          <a:latin typeface="Times New Roman" panose="02020603050405020304" pitchFamily="18" charset="0"/>
                          <a:ea typeface="Arial"/>
                          <a:cs typeface="Times New Roman" panose="02020603050405020304" pitchFamily="18" charset="0"/>
                          <a:sym typeface="Arial"/>
                        </a:rPr>
                        <a:t>Ahsan-</a:t>
                      </a:r>
                      <a:r>
                        <a:rPr lang="en-US" sz="1200" b="0" i="0" u="none" strike="noStrike" cap="none" dirty="0" err="1">
                          <a:solidFill>
                            <a:schemeClr val="dk1"/>
                          </a:solidFill>
                          <a:latin typeface="Times New Roman" panose="02020603050405020304" pitchFamily="18" charset="0"/>
                          <a:ea typeface="Arial"/>
                          <a:cs typeface="Times New Roman" panose="02020603050405020304" pitchFamily="18" charset="0"/>
                          <a:sym typeface="Arial"/>
                        </a:rPr>
                        <a:t>ul</a:t>
                      </a:r>
                      <a:r>
                        <a:rPr lang="en-US" sz="1200" b="0" i="0" u="none" strike="noStrike" cap="none" dirty="0">
                          <a:solidFill>
                            <a:schemeClr val="dk1"/>
                          </a:solidFill>
                          <a:latin typeface="Times New Roman" panose="02020603050405020304" pitchFamily="18" charset="0"/>
                          <a:ea typeface="Arial"/>
                          <a:cs typeface="Times New Roman" panose="02020603050405020304" pitchFamily="18" charset="0"/>
                          <a:sym typeface="Arial"/>
                        </a:rPr>
                        <a:t> </a:t>
                      </a:r>
                      <a:r>
                        <a:rPr lang="en-US" sz="1200" b="0" i="0" u="none" strike="noStrike" cap="none" dirty="0" err="1">
                          <a:solidFill>
                            <a:schemeClr val="dk1"/>
                          </a:solidFill>
                          <a:latin typeface="Times New Roman" panose="02020603050405020304" pitchFamily="18" charset="0"/>
                          <a:ea typeface="Arial"/>
                          <a:cs typeface="Times New Roman" panose="02020603050405020304" pitchFamily="18" charset="0"/>
                          <a:sym typeface="Arial"/>
                        </a:rPr>
                        <a:t>Kabir</a:t>
                      </a:r>
                      <a:r>
                        <a:rPr lang="en-US" sz="1200" b="0" i="0" u="none" strike="noStrike" cap="none" dirty="0">
                          <a:solidFill>
                            <a:schemeClr val="dk1"/>
                          </a:solidFill>
                          <a:latin typeface="Times New Roman" panose="02020603050405020304" pitchFamily="18" charset="0"/>
                          <a:ea typeface="Arial"/>
                          <a:cs typeface="Times New Roman" panose="02020603050405020304" pitchFamily="18" charset="0"/>
                          <a:sym typeface="Arial"/>
                        </a:rPr>
                        <a:t> et al. [7]  2020   </a:t>
                      </a:r>
                      <a:endParaRPr sz="1200" dirty="0">
                        <a:latin typeface="Times New Roman" panose="02020603050405020304" pitchFamily="18" charset="0"/>
                        <a:cs typeface="Times New Roman" panose="02020603050405020304" pitchFamily="18" charset="0"/>
                      </a:endParaRPr>
                    </a:p>
                  </a:txBody>
                  <a:tcPr marL="76825" marR="76825" marT="38400" marB="384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None/>
                      </a:pPr>
                      <a:endParaRPr sz="1200" b="0" i="0" u="none" strike="noStrike" cap="none" dirty="0">
                        <a:solidFill>
                          <a:schemeClr val="dk1"/>
                        </a:solidFill>
                        <a:latin typeface="Times New Roman" panose="02020603050405020304" pitchFamily="18" charset="0"/>
                        <a:ea typeface="Arial"/>
                        <a:cs typeface="Times New Roman" panose="02020603050405020304" pitchFamily="18" charset="0"/>
                        <a:sym typeface="Arial"/>
                      </a:endParaRPr>
                    </a:p>
                    <a:p>
                      <a:pPr marL="0" marR="0" lvl="0" indent="0" algn="ctr" rtl="0">
                        <a:lnSpc>
                          <a:spcPct val="100000"/>
                        </a:lnSpc>
                        <a:spcBef>
                          <a:spcPts val="0"/>
                        </a:spcBef>
                        <a:spcAft>
                          <a:spcPts val="0"/>
                        </a:spcAft>
                        <a:buNone/>
                      </a:pPr>
                      <a:r>
                        <a:rPr lang="en-US" sz="1200" b="0" i="0" u="none" strike="noStrike" cap="none" dirty="0">
                          <a:solidFill>
                            <a:schemeClr val="dk1"/>
                          </a:solidFill>
                          <a:latin typeface="Times New Roman" panose="02020603050405020304" pitchFamily="18" charset="0"/>
                          <a:ea typeface="Arial"/>
                          <a:cs typeface="Times New Roman" panose="02020603050405020304" pitchFamily="18" charset="0"/>
                          <a:sym typeface="Arial"/>
                        </a:rPr>
                        <a:t> 5 subjects</a:t>
                      </a:r>
                      <a:endParaRPr sz="1200" dirty="0">
                        <a:latin typeface="Times New Roman" panose="02020603050405020304" pitchFamily="18" charset="0"/>
                        <a:cs typeface="Times New Roman" panose="02020603050405020304" pitchFamily="18" charset="0"/>
                      </a:endParaRPr>
                    </a:p>
                    <a:p>
                      <a:pPr marL="0" marR="0" lvl="0" indent="0" algn="ctr" rtl="0">
                        <a:lnSpc>
                          <a:spcPct val="100000"/>
                        </a:lnSpc>
                        <a:spcBef>
                          <a:spcPts val="0"/>
                        </a:spcBef>
                        <a:spcAft>
                          <a:spcPts val="0"/>
                        </a:spcAft>
                        <a:buNone/>
                      </a:pPr>
                      <a:r>
                        <a:rPr lang="en-US" sz="1200" b="0" i="0" u="none" strike="noStrike" cap="none" dirty="0">
                          <a:solidFill>
                            <a:schemeClr val="dk1"/>
                          </a:solidFill>
                          <a:latin typeface="Times New Roman" panose="02020603050405020304" pitchFamily="18" charset="0"/>
                          <a:ea typeface="Arial"/>
                          <a:cs typeface="Times New Roman" panose="02020603050405020304" pitchFamily="18" charset="0"/>
                          <a:sym typeface="Arial"/>
                        </a:rPr>
                        <a:t> </a:t>
                      </a:r>
                      <a:endParaRPr sz="1200" dirty="0">
                        <a:latin typeface="Times New Roman" panose="02020603050405020304" pitchFamily="18" charset="0"/>
                        <a:cs typeface="Times New Roman" panose="02020603050405020304" pitchFamily="18" charset="0"/>
                      </a:endParaRPr>
                    </a:p>
                  </a:txBody>
                  <a:tcPr marL="57625" marR="5762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None/>
                      </a:pPr>
                      <a:endParaRPr sz="1200" b="0" i="0" u="none" strike="noStrike" cap="none" dirty="0">
                        <a:solidFill>
                          <a:schemeClr val="dk1"/>
                        </a:solidFill>
                        <a:latin typeface="Times New Roman" panose="02020603050405020304" pitchFamily="18" charset="0"/>
                        <a:ea typeface="Arial"/>
                        <a:cs typeface="Times New Roman" panose="02020603050405020304" pitchFamily="18" charset="0"/>
                        <a:sym typeface="Arial"/>
                      </a:endParaRPr>
                    </a:p>
                    <a:p>
                      <a:pPr marL="0" marR="0" lvl="0" indent="0" algn="ctr" rtl="0">
                        <a:lnSpc>
                          <a:spcPct val="100000"/>
                        </a:lnSpc>
                        <a:spcBef>
                          <a:spcPts val="0"/>
                        </a:spcBef>
                        <a:spcAft>
                          <a:spcPts val="0"/>
                        </a:spcAft>
                        <a:buNone/>
                      </a:pPr>
                      <a:r>
                        <a:rPr lang="en-US" sz="1200" b="0" i="0" u="none" strike="noStrike" cap="none" dirty="0">
                          <a:solidFill>
                            <a:schemeClr val="dk1"/>
                          </a:solidFill>
                          <a:latin typeface="Times New Roman" panose="02020603050405020304" pitchFamily="18" charset="0"/>
                          <a:ea typeface="Arial"/>
                          <a:cs typeface="Times New Roman" panose="02020603050405020304" pitchFamily="18" charset="0"/>
                          <a:sym typeface="Arial"/>
                        </a:rPr>
                        <a:t>- 2nd order high pass filter cut-off 0.67 Hz.</a:t>
                      </a:r>
                      <a:endParaRPr sz="1200" dirty="0">
                        <a:latin typeface="Times New Roman" panose="02020603050405020304" pitchFamily="18" charset="0"/>
                        <a:cs typeface="Times New Roman" panose="02020603050405020304" pitchFamily="18" charset="0"/>
                      </a:endParaRPr>
                    </a:p>
                    <a:p>
                      <a:pPr marL="0" marR="0" lvl="0" indent="0" algn="ctr" rtl="0">
                        <a:lnSpc>
                          <a:spcPct val="100000"/>
                        </a:lnSpc>
                        <a:spcBef>
                          <a:spcPts val="0"/>
                        </a:spcBef>
                        <a:spcAft>
                          <a:spcPts val="0"/>
                        </a:spcAft>
                        <a:buNone/>
                      </a:pPr>
                      <a:r>
                        <a:rPr lang="en-US" sz="1200" b="0" i="0" u="none" strike="noStrike" cap="none" dirty="0">
                          <a:solidFill>
                            <a:schemeClr val="dk1"/>
                          </a:solidFill>
                          <a:latin typeface="Times New Roman" panose="02020603050405020304" pitchFamily="18" charset="0"/>
                          <a:ea typeface="Arial"/>
                          <a:cs typeface="Times New Roman" panose="02020603050405020304" pitchFamily="18" charset="0"/>
                          <a:sym typeface="Arial"/>
                        </a:rPr>
                        <a:t>- 2nd order low pass filter with cut-off 33.33HZ,Amplified about 20 times.</a:t>
                      </a:r>
                      <a:endParaRPr sz="1200" dirty="0">
                        <a:latin typeface="Times New Roman" panose="02020603050405020304" pitchFamily="18" charset="0"/>
                        <a:cs typeface="Times New Roman" panose="02020603050405020304" pitchFamily="18" charset="0"/>
                      </a:endParaRPr>
                    </a:p>
                    <a:p>
                      <a:pPr marL="0" marR="0" lvl="0" indent="0" algn="ctr" rtl="0">
                        <a:lnSpc>
                          <a:spcPct val="100000"/>
                        </a:lnSpc>
                        <a:spcBef>
                          <a:spcPts val="0"/>
                        </a:spcBef>
                        <a:spcAft>
                          <a:spcPts val="0"/>
                        </a:spcAft>
                        <a:buNone/>
                      </a:pPr>
                      <a:r>
                        <a:rPr lang="en-US" sz="1200" b="0" i="0" u="none" strike="noStrike" cap="none" dirty="0">
                          <a:solidFill>
                            <a:schemeClr val="dk1"/>
                          </a:solidFill>
                          <a:latin typeface="Times New Roman" panose="02020603050405020304" pitchFamily="18" charset="0"/>
                          <a:ea typeface="Arial"/>
                          <a:cs typeface="Times New Roman" panose="02020603050405020304" pitchFamily="18" charset="0"/>
                          <a:sym typeface="Arial"/>
                        </a:rPr>
                        <a:t> </a:t>
                      </a:r>
                      <a:endParaRPr sz="1200" dirty="0">
                        <a:latin typeface="Times New Roman" panose="02020603050405020304" pitchFamily="18" charset="0"/>
                        <a:cs typeface="Times New Roman" panose="02020603050405020304" pitchFamily="18" charset="0"/>
                      </a:endParaRPr>
                    </a:p>
                  </a:txBody>
                  <a:tcPr marL="57625" marR="5762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None/>
                      </a:pPr>
                      <a:endParaRPr sz="1200" b="0" i="0" u="none" strike="noStrike" cap="none" dirty="0">
                        <a:solidFill>
                          <a:schemeClr val="dk1"/>
                        </a:solidFill>
                        <a:latin typeface="Times New Roman" panose="02020603050405020304" pitchFamily="18" charset="0"/>
                        <a:ea typeface="Arial"/>
                        <a:cs typeface="Times New Roman" panose="02020603050405020304" pitchFamily="18" charset="0"/>
                        <a:sym typeface="Arial"/>
                      </a:endParaRPr>
                    </a:p>
                    <a:p>
                      <a:pPr marL="0" marR="0" lvl="0" indent="0" algn="ctr" rtl="0">
                        <a:lnSpc>
                          <a:spcPct val="100000"/>
                        </a:lnSpc>
                        <a:spcBef>
                          <a:spcPts val="0"/>
                        </a:spcBef>
                        <a:spcAft>
                          <a:spcPts val="0"/>
                        </a:spcAft>
                        <a:buNone/>
                      </a:pPr>
                      <a:r>
                        <a:rPr lang="en-US" sz="1200" b="0" i="0" u="none" strike="noStrike" cap="none" dirty="0">
                          <a:solidFill>
                            <a:schemeClr val="dk1"/>
                          </a:solidFill>
                          <a:latin typeface="Times New Roman" panose="02020603050405020304" pitchFamily="18" charset="0"/>
                          <a:ea typeface="Arial"/>
                          <a:cs typeface="Times New Roman" panose="02020603050405020304" pitchFamily="18" charset="0"/>
                          <a:sym typeface="Arial"/>
                        </a:rPr>
                        <a:t>- RM </a:t>
                      </a:r>
                      <a:endParaRPr sz="1200" dirty="0">
                        <a:latin typeface="Times New Roman" panose="02020603050405020304" pitchFamily="18" charset="0"/>
                        <a:cs typeface="Times New Roman" panose="02020603050405020304" pitchFamily="18" charset="0"/>
                      </a:endParaRPr>
                    </a:p>
                    <a:p>
                      <a:pPr marL="0" marR="0" lvl="0" indent="0" algn="ctr" rtl="0">
                        <a:lnSpc>
                          <a:spcPct val="100000"/>
                        </a:lnSpc>
                        <a:spcBef>
                          <a:spcPts val="0"/>
                        </a:spcBef>
                        <a:spcAft>
                          <a:spcPts val="0"/>
                        </a:spcAft>
                        <a:buNone/>
                      </a:pPr>
                      <a:r>
                        <a:rPr lang="en-US" sz="1200" b="0" i="0" u="none" strike="noStrike" cap="none" dirty="0">
                          <a:solidFill>
                            <a:schemeClr val="dk1"/>
                          </a:solidFill>
                          <a:latin typeface="Times New Roman" panose="02020603050405020304" pitchFamily="18" charset="0"/>
                          <a:ea typeface="Arial"/>
                          <a:cs typeface="Times New Roman" panose="02020603050405020304" pitchFamily="18" charset="0"/>
                          <a:sym typeface="Arial"/>
                        </a:rPr>
                        <a:t>- FFT </a:t>
                      </a:r>
                      <a:endParaRPr sz="1200" dirty="0">
                        <a:latin typeface="Times New Roman" panose="02020603050405020304" pitchFamily="18" charset="0"/>
                        <a:cs typeface="Times New Roman" panose="02020603050405020304" pitchFamily="18" charset="0"/>
                      </a:endParaRPr>
                    </a:p>
                    <a:p>
                      <a:pPr marL="0" marR="0" lvl="0" indent="0" algn="ctr" rtl="0">
                        <a:lnSpc>
                          <a:spcPct val="100000"/>
                        </a:lnSpc>
                        <a:spcBef>
                          <a:spcPts val="0"/>
                        </a:spcBef>
                        <a:spcAft>
                          <a:spcPts val="0"/>
                        </a:spcAft>
                        <a:buNone/>
                      </a:pPr>
                      <a:r>
                        <a:rPr lang="en-US" sz="1200" b="0" i="0" u="none" strike="noStrike" cap="none" dirty="0">
                          <a:solidFill>
                            <a:schemeClr val="dk1"/>
                          </a:solidFill>
                          <a:latin typeface="Times New Roman" panose="02020603050405020304" pitchFamily="18" charset="0"/>
                          <a:ea typeface="Arial"/>
                          <a:cs typeface="Times New Roman" panose="02020603050405020304" pitchFamily="18" charset="0"/>
                          <a:sym typeface="Arial"/>
                        </a:rPr>
                        <a:t>- Gradient</a:t>
                      </a:r>
                      <a:endParaRPr sz="1200" dirty="0">
                        <a:latin typeface="Times New Roman" panose="02020603050405020304" pitchFamily="18" charset="0"/>
                        <a:cs typeface="Times New Roman" panose="02020603050405020304" pitchFamily="18" charset="0"/>
                      </a:endParaRPr>
                    </a:p>
                    <a:p>
                      <a:pPr marL="0" marR="0" lvl="0" indent="0" algn="ctr" rtl="0">
                        <a:lnSpc>
                          <a:spcPct val="100000"/>
                        </a:lnSpc>
                        <a:spcBef>
                          <a:spcPts val="0"/>
                        </a:spcBef>
                        <a:spcAft>
                          <a:spcPts val="0"/>
                        </a:spcAft>
                        <a:buNone/>
                      </a:pPr>
                      <a:r>
                        <a:rPr lang="en-US" sz="1200" b="0" i="0" u="none" strike="noStrike" cap="none" dirty="0">
                          <a:solidFill>
                            <a:schemeClr val="dk1"/>
                          </a:solidFill>
                          <a:latin typeface="Times New Roman" panose="02020603050405020304" pitchFamily="18" charset="0"/>
                          <a:ea typeface="Arial"/>
                          <a:cs typeface="Times New Roman" panose="02020603050405020304" pitchFamily="18" charset="0"/>
                          <a:sym typeface="Arial"/>
                        </a:rPr>
                        <a:t> </a:t>
                      </a:r>
                      <a:endParaRPr sz="1200" dirty="0">
                        <a:latin typeface="Times New Roman" panose="02020603050405020304" pitchFamily="18" charset="0"/>
                        <a:cs typeface="Times New Roman" panose="02020603050405020304" pitchFamily="18" charset="0"/>
                      </a:endParaRPr>
                    </a:p>
                  </a:txBody>
                  <a:tcPr marL="57625" marR="5762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None/>
                      </a:pPr>
                      <a:endParaRPr sz="1200" b="0" i="0" u="none" strike="noStrike" cap="none" dirty="0">
                        <a:solidFill>
                          <a:schemeClr val="dk1"/>
                        </a:solidFill>
                        <a:latin typeface="Times New Roman" panose="02020603050405020304" pitchFamily="18" charset="0"/>
                        <a:ea typeface="Arial"/>
                        <a:cs typeface="Times New Roman" panose="02020603050405020304" pitchFamily="18" charset="0"/>
                        <a:sym typeface="Arial"/>
                      </a:endParaRPr>
                    </a:p>
                    <a:p>
                      <a:pPr marL="0" marR="0" lvl="0" indent="0" algn="ctr" rtl="0">
                        <a:lnSpc>
                          <a:spcPct val="100000"/>
                        </a:lnSpc>
                        <a:spcBef>
                          <a:spcPts val="0"/>
                        </a:spcBef>
                        <a:spcAft>
                          <a:spcPts val="0"/>
                        </a:spcAft>
                        <a:buNone/>
                      </a:pPr>
                      <a:r>
                        <a:rPr lang="en-US" sz="1200" b="0" i="0" u="none" strike="noStrike" cap="none" dirty="0">
                          <a:solidFill>
                            <a:schemeClr val="dk1"/>
                          </a:solidFill>
                          <a:latin typeface="Times New Roman" panose="02020603050405020304" pitchFamily="18" charset="0"/>
                          <a:ea typeface="Arial"/>
                          <a:cs typeface="Times New Roman" panose="02020603050405020304" pitchFamily="18" charset="0"/>
                          <a:sym typeface="Arial"/>
                        </a:rPr>
                        <a:t>- SVM </a:t>
                      </a:r>
                      <a:endParaRPr sz="1200" dirty="0">
                        <a:latin typeface="Times New Roman" panose="02020603050405020304" pitchFamily="18" charset="0"/>
                        <a:cs typeface="Times New Roman" panose="02020603050405020304" pitchFamily="18" charset="0"/>
                      </a:endParaRPr>
                    </a:p>
                    <a:p>
                      <a:pPr marL="0" marR="0" lvl="0" indent="0" algn="ctr" rtl="0">
                        <a:lnSpc>
                          <a:spcPct val="100000"/>
                        </a:lnSpc>
                        <a:spcBef>
                          <a:spcPts val="0"/>
                        </a:spcBef>
                        <a:spcAft>
                          <a:spcPts val="0"/>
                        </a:spcAft>
                        <a:buNone/>
                      </a:pPr>
                      <a:r>
                        <a:rPr lang="en-US" sz="1200" b="0" i="0" u="none" strike="noStrike" cap="none" dirty="0">
                          <a:solidFill>
                            <a:schemeClr val="dk1"/>
                          </a:solidFill>
                          <a:latin typeface="Times New Roman" panose="02020603050405020304" pitchFamily="18" charset="0"/>
                          <a:ea typeface="Arial"/>
                          <a:cs typeface="Times New Roman" panose="02020603050405020304" pitchFamily="18" charset="0"/>
                          <a:sym typeface="Arial"/>
                        </a:rPr>
                        <a:t>- MLP</a:t>
                      </a:r>
                      <a:endParaRPr sz="1200" dirty="0">
                        <a:latin typeface="Times New Roman" panose="02020603050405020304" pitchFamily="18" charset="0"/>
                        <a:cs typeface="Times New Roman" panose="02020603050405020304" pitchFamily="18" charset="0"/>
                      </a:endParaRPr>
                    </a:p>
                  </a:txBody>
                  <a:tcPr marL="57625" marR="5762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None/>
                      </a:pPr>
                      <a:endParaRPr sz="1200" b="0" i="0" u="none" strike="noStrike" cap="none">
                        <a:solidFill>
                          <a:schemeClr val="dk1"/>
                        </a:solidFill>
                        <a:latin typeface="Times New Roman" panose="02020603050405020304" pitchFamily="18" charset="0"/>
                        <a:ea typeface="Arial"/>
                        <a:cs typeface="Times New Roman" panose="02020603050405020304" pitchFamily="18" charset="0"/>
                        <a:sym typeface="Arial"/>
                      </a:endParaRPr>
                    </a:p>
                    <a:p>
                      <a:pPr marL="0" marR="0" lvl="0" indent="0" algn="ctr" rtl="0">
                        <a:lnSpc>
                          <a:spcPct val="100000"/>
                        </a:lnSpc>
                        <a:spcBef>
                          <a:spcPts val="0"/>
                        </a:spcBef>
                        <a:spcAft>
                          <a:spcPts val="0"/>
                        </a:spcAft>
                        <a:buNone/>
                      </a:pPr>
                      <a:r>
                        <a:rPr lang="en-US" sz="1200" b="0" i="0" u="none" strike="noStrike" cap="none">
                          <a:solidFill>
                            <a:schemeClr val="dk1"/>
                          </a:solidFill>
                          <a:latin typeface="Times New Roman" panose="02020603050405020304" pitchFamily="18" charset="0"/>
                          <a:ea typeface="Arial"/>
                          <a:cs typeface="Times New Roman" panose="02020603050405020304" pitchFamily="18" charset="0"/>
                          <a:sym typeface="Arial"/>
                        </a:rPr>
                        <a:t>93%</a:t>
                      </a:r>
                      <a:endParaRPr sz="1200">
                        <a:latin typeface="Times New Roman" panose="02020603050405020304" pitchFamily="18" charset="0"/>
                        <a:cs typeface="Times New Roman" panose="02020603050405020304" pitchFamily="18" charset="0"/>
                      </a:endParaRPr>
                    </a:p>
                    <a:p>
                      <a:pPr marL="0" marR="0" lvl="0" indent="0" algn="ctr" rtl="0">
                        <a:lnSpc>
                          <a:spcPct val="100000"/>
                        </a:lnSpc>
                        <a:spcBef>
                          <a:spcPts val="0"/>
                        </a:spcBef>
                        <a:spcAft>
                          <a:spcPts val="0"/>
                        </a:spcAft>
                        <a:buNone/>
                      </a:pPr>
                      <a:r>
                        <a:rPr lang="en-US" sz="1200" b="0" i="0" u="none" strike="noStrike" cap="none">
                          <a:solidFill>
                            <a:schemeClr val="dk1"/>
                          </a:solidFill>
                          <a:latin typeface="Times New Roman" panose="02020603050405020304" pitchFamily="18" charset="0"/>
                          <a:ea typeface="Arial"/>
                          <a:cs typeface="Times New Roman" panose="02020603050405020304" pitchFamily="18" charset="0"/>
                          <a:sym typeface="Arial"/>
                        </a:rPr>
                        <a:t>80%</a:t>
                      </a:r>
                      <a:endParaRPr sz="1200">
                        <a:latin typeface="Times New Roman" panose="02020603050405020304" pitchFamily="18" charset="0"/>
                        <a:cs typeface="Times New Roman" panose="02020603050405020304" pitchFamily="18" charset="0"/>
                      </a:endParaRPr>
                    </a:p>
                  </a:txBody>
                  <a:tcPr marL="57625" marR="5762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extLst>
                  <a:ext uri="{0D108BD9-81ED-4DB2-BD59-A6C34878D82A}">
                    <a16:rowId xmlns:a16="http://schemas.microsoft.com/office/drawing/2014/main" val="10001"/>
                  </a:ext>
                </a:extLst>
              </a:tr>
              <a:tr h="1258300">
                <a:tc>
                  <a:txBody>
                    <a:bodyPr/>
                    <a:lstStyle/>
                    <a:p>
                      <a:pPr marL="0" marR="0" lvl="0" indent="0" algn="l" rtl="0">
                        <a:lnSpc>
                          <a:spcPct val="100000"/>
                        </a:lnSpc>
                        <a:spcBef>
                          <a:spcPts val="0"/>
                        </a:spcBef>
                        <a:spcAft>
                          <a:spcPts val="0"/>
                        </a:spcAft>
                        <a:buNone/>
                      </a:pPr>
                      <a:endParaRPr sz="1200" b="0" i="0" u="none" strike="noStrike" cap="none" dirty="0">
                        <a:solidFill>
                          <a:schemeClr val="dk1"/>
                        </a:solidFill>
                        <a:latin typeface="Times New Roman" panose="02020603050405020304" pitchFamily="18" charset="0"/>
                        <a:ea typeface="Arial"/>
                        <a:cs typeface="Times New Roman" panose="02020603050405020304" pitchFamily="18" charset="0"/>
                        <a:sym typeface="Arial"/>
                      </a:endParaRPr>
                    </a:p>
                    <a:p>
                      <a:pPr marL="0" marR="0" lvl="0" indent="0" algn="l" rtl="0">
                        <a:lnSpc>
                          <a:spcPct val="100000"/>
                        </a:lnSpc>
                        <a:spcBef>
                          <a:spcPts val="0"/>
                        </a:spcBef>
                        <a:spcAft>
                          <a:spcPts val="0"/>
                        </a:spcAft>
                        <a:buNone/>
                      </a:pPr>
                      <a:r>
                        <a:rPr lang="en-US" sz="1200" b="0" i="0" u="none" strike="noStrike" cap="none" dirty="0">
                          <a:solidFill>
                            <a:schemeClr val="dk1"/>
                          </a:solidFill>
                          <a:latin typeface="Times New Roman" panose="02020603050405020304" pitchFamily="18" charset="0"/>
                          <a:ea typeface="Arial"/>
                          <a:cs typeface="Times New Roman" panose="02020603050405020304" pitchFamily="18" charset="0"/>
                          <a:sym typeface="Arial"/>
                        </a:rPr>
                        <a:t>Tobias </a:t>
                      </a:r>
                      <a:r>
                        <a:rPr lang="en-US" sz="1200" b="0" i="0" u="none" strike="noStrike" cap="none" dirty="0" err="1">
                          <a:solidFill>
                            <a:schemeClr val="dk1"/>
                          </a:solidFill>
                          <a:latin typeface="Times New Roman" panose="02020603050405020304" pitchFamily="18" charset="0"/>
                          <a:ea typeface="Arial"/>
                          <a:cs typeface="Times New Roman" panose="02020603050405020304" pitchFamily="18" charset="0"/>
                          <a:sym typeface="Arial"/>
                        </a:rPr>
                        <a:t>Wissel</a:t>
                      </a:r>
                      <a:r>
                        <a:rPr lang="en-US" sz="1200" b="0" i="0" u="none" strike="noStrike" cap="none" dirty="0">
                          <a:solidFill>
                            <a:schemeClr val="dk1"/>
                          </a:solidFill>
                          <a:latin typeface="Times New Roman" panose="02020603050405020304" pitchFamily="18" charset="0"/>
                          <a:ea typeface="Arial"/>
                          <a:cs typeface="Times New Roman" panose="02020603050405020304" pitchFamily="18" charset="0"/>
                          <a:sym typeface="Arial"/>
                        </a:rPr>
                        <a:t> et al. [6]  2011  </a:t>
                      </a:r>
                      <a:endParaRPr sz="1200" dirty="0">
                        <a:latin typeface="Times New Roman" panose="02020603050405020304" pitchFamily="18" charset="0"/>
                        <a:cs typeface="Times New Roman" panose="02020603050405020304" pitchFamily="18" charset="0"/>
                      </a:endParaRPr>
                    </a:p>
                  </a:txBody>
                  <a:tcPr marL="76825" marR="76825" marT="38400" marB="384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000000"/>
                        </a:buClr>
                        <a:buSzPts val="1100"/>
                        <a:buFont typeface="Arial"/>
                        <a:buNone/>
                      </a:pPr>
                      <a:endParaRPr sz="1200" b="0" i="0" u="none" strike="noStrike" cap="none" dirty="0">
                        <a:solidFill>
                          <a:schemeClr val="dk1"/>
                        </a:solidFill>
                        <a:latin typeface="Times New Roman" panose="02020603050405020304" pitchFamily="18" charset="0"/>
                        <a:ea typeface="Arial"/>
                        <a:cs typeface="Times New Roman" panose="02020603050405020304" pitchFamily="18" charset="0"/>
                        <a:sym typeface="Arial"/>
                      </a:endParaRPr>
                    </a:p>
                    <a:p>
                      <a:pPr marL="0" marR="0" lvl="0" indent="0" algn="ctr" rtl="0">
                        <a:lnSpc>
                          <a:spcPct val="100000"/>
                        </a:lnSpc>
                        <a:spcBef>
                          <a:spcPts val="0"/>
                        </a:spcBef>
                        <a:spcAft>
                          <a:spcPts val="0"/>
                        </a:spcAft>
                        <a:buClr>
                          <a:srgbClr val="000000"/>
                        </a:buClr>
                        <a:buSzPts val="1100"/>
                        <a:buFont typeface="Arial"/>
                        <a:buNone/>
                      </a:pPr>
                      <a:endParaRPr sz="1200" b="0" i="0" u="none" strike="noStrike" cap="none" dirty="0">
                        <a:solidFill>
                          <a:schemeClr val="dk1"/>
                        </a:solidFill>
                        <a:latin typeface="Times New Roman" panose="02020603050405020304" pitchFamily="18" charset="0"/>
                        <a:ea typeface="Arial"/>
                        <a:cs typeface="Times New Roman" panose="02020603050405020304" pitchFamily="18" charset="0"/>
                        <a:sym typeface="Arial"/>
                      </a:endParaRPr>
                    </a:p>
                    <a:p>
                      <a:pPr marL="0" marR="0" lvl="0" indent="0" algn="ctr" rtl="0">
                        <a:lnSpc>
                          <a:spcPct val="100000"/>
                        </a:lnSpc>
                        <a:spcBef>
                          <a:spcPts val="0"/>
                        </a:spcBef>
                        <a:spcAft>
                          <a:spcPts val="0"/>
                        </a:spcAft>
                        <a:buClr>
                          <a:srgbClr val="000000"/>
                        </a:buClr>
                        <a:buSzPts val="1100"/>
                        <a:buFont typeface="Arial"/>
                        <a:buNone/>
                      </a:pPr>
                      <a:r>
                        <a:rPr lang="en-US" sz="1200" b="0" i="0" u="none" strike="noStrike" cap="none" dirty="0">
                          <a:solidFill>
                            <a:schemeClr val="dk1"/>
                          </a:solidFill>
                          <a:latin typeface="Times New Roman" panose="02020603050405020304" pitchFamily="18" charset="0"/>
                          <a:ea typeface="Arial"/>
                          <a:cs typeface="Times New Roman" panose="02020603050405020304" pitchFamily="18" charset="0"/>
                          <a:sym typeface="Arial"/>
                        </a:rPr>
                        <a:t>3 Subjects</a:t>
                      </a:r>
                      <a:endParaRPr sz="1200" dirty="0">
                        <a:latin typeface="Times New Roman" panose="02020603050405020304" pitchFamily="18" charset="0"/>
                        <a:cs typeface="Times New Roman" panose="02020603050405020304" pitchFamily="18" charset="0"/>
                      </a:endParaRPr>
                    </a:p>
                  </a:txBody>
                  <a:tcPr marL="76825" marR="76825" marT="38400" marB="384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None/>
                      </a:pPr>
                      <a:endParaRPr sz="1200" b="0" i="0" u="none" strike="noStrike" cap="none" dirty="0">
                        <a:solidFill>
                          <a:schemeClr val="dk1"/>
                        </a:solidFill>
                        <a:latin typeface="Times New Roman" panose="02020603050405020304" pitchFamily="18" charset="0"/>
                        <a:ea typeface="Arial"/>
                        <a:cs typeface="Times New Roman" panose="02020603050405020304" pitchFamily="18" charset="0"/>
                        <a:sym typeface="Arial"/>
                      </a:endParaRPr>
                    </a:p>
                    <a:p>
                      <a:pPr marL="0" marR="0" lvl="0" indent="0" algn="ctr" rtl="0">
                        <a:lnSpc>
                          <a:spcPct val="100000"/>
                        </a:lnSpc>
                        <a:spcBef>
                          <a:spcPts val="0"/>
                        </a:spcBef>
                        <a:spcAft>
                          <a:spcPts val="0"/>
                        </a:spcAft>
                        <a:buNone/>
                      </a:pPr>
                      <a:r>
                        <a:rPr lang="en-US" sz="1200" b="0" i="0" u="none" strike="noStrike" cap="none" dirty="0">
                          <a:solidFill>
                            <a:schemeClr val="dk1"/>
                          </a:solidFill>
                          <a:latin typeface="Times New Roman" panose="02020603050405020304" pitchFamily="18" charset="0"/>
                          <a:ea typeface="Arial"/>
                          <a:cs typeface="Times New Roman" panose="02020603050405020304" pitchFamily="18" charset="0"/>
                          <a:sym typeface="Arial"/>
                        </a:rPr>
                        <a:t>- Band passer cut-off frequency at 1 Hz and the higher at 5 Hz. </a:t>
                      </a:r>
                      <a:endParaRPr sz="1200" dirty="0">
                        <a:latin typeface="Times New Roman" panose="02020603050405020304" pitchFamily="18" charset="0"/>
                        <a:cs typeface="Times New Roman" panose="02020603050405020304" pitchFamily="18" charset="0"/>
                      </a:endParaRPr>
                    </a:p>
                    <a:p>
                      <a:pPr marL="0" marR="0" lvl="0" indent="0" algn="ctr" rtl="0">
                        <a:lnSpc>
                          <a:spcPct val="100000"/>
                        </a:lnSpc>
                        <a:spcBef>
                          <a:spcPts val="0"/>
                        </a:spcBef>
                        <a:spcAft>
                          <a:spcPts val="0"/>
                        </a:spcAft>
                        <a:buNone/>
                      </a:pPr>
                      <a:r>
                        <a:rPr lang="en-US" sz="1200" b="0" i="0" u="none" strike="noStrike" cap="none" dirty="0">
                          <a:solidFill>
                            <a:schemeClr val="dk1"/>
                          </a:solidFill>
                          <a:latin typeface="Times New Roman" panose="02020603050405020304" pitchFamily="18" charset="0"/>
                          <a:ea typeface="Arial"/>
                          <a:cs typeface="Times New Roman" panose="02020603050405020304" pitchFamily="18" charset="0"/>
                          <a:sym typeface="Arial"/>
                        </a:rPr>
                        <a:t>- Down-sampling (32 Hz)</a:t>
                      </a:r>
                      <a:endParaRPr sz="1200" dirty="0">
                        <a:latin typeface="Times New Roman" panose="02020603050405020304" pitchFamily="18" charset="0"/>
                        <a:cs typeface="Times New Roman" panose="02020603050405020304" pitchFamily="18" charset="0"/>
                      </a:endParaRPr>
                    </a:p>
                  </a:txBody>
                  <a:tcPr marL="76825" marR="76825" marT="38400" marB="384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None/>
                      </a:pPr>
                      <a:r>
                        <a:rPr lang="en-US" sz="1200" b="0" i="0" u="none" strike="noStrike" cap="none" dirty="0">
                          <a:solidFill>
                            <a:schemeClr val="dk1"/>
                          </a:solidFill>
                          <a:latin typeface="Times New Roman" panose="02020603050405020304" pitchFamily="18" charset="0"/>
                          <a:ea typeface="Arial"/>
                          <a:cs typeface="Times New Roman" panose="02020603050405020304" pitchFamily="18" charset="0"/>
                          <a:sym typeface="Arial"/>
                        </a:rPr>
                        <a:t> </a:t>
                      </a:r>
                      <a:endParaRPr sz="1200" dirty="0">
                        <a:latin typeface="Times New Roman" panose="02020603050405020304" pitchFamily="18" charset="0"/>
                        <a:cs typeface="Times New Roman" panose="02020603050405020304" pitchFamily="18" charset="0"/>
                      </a:endParaRPr>
                    </a:p>
                    <a:p>
                      <a:pPr marL="0" marR="0" lvl="0" indent="0" algn="ctr" rtl="0">
                        <a:lnSpc>
                          <a:spcPct val="100000"/>
                        </a:lnSpc>
                        <a:spcBef>
                          <a:spcPts val="0"/>
                        </a:spcBef>
                        <a:spcAft>
                          <a:spcPts val="0"/>
                        </a:spcAft>
                        <a:buNone/>
                      </a:pPr>
                      <a:r>
                        <a:rPr lang="en-US" sz="1200" b="0" i="0" u="none" strike="noStrike" cap="none" dirty="0">
                          <a:solidFill>
                            <a:schemeClr val="dk1"/>
                          </a:solidFill>
                          <a:latin typeface="Times New Roman" panose="02020603050405020304" pitchFamily="18" charset="0"/>
                          <a:ea typeface="Arial"/>
                          <a:cs typeface="Times New Roman" panose="02020603050405020304" pitchFamily="18" charset="0"/>
                          <a:sym typeface="Arial"/>
                        </a:rPr>
                        <a:t>-</a:t>
                      </a:r>
                      <a:r>
                        <a:rPr lang="en-US" sz="1200" b="0" i="0" u="none" strike="noStrike" cap="none" dirty="0" err="1">
                          <a:solidFill>
                            <a:schemeClr val="dk1"/>
                          </a:solidFill>
                          <a:latin typeface="Times New Roman" panose="02020603050405020304" pitchFamily="18" charset="0"/>
                          <a:ea typeface="Arial"/>
                          <a:cs typeface="Times New Roman" panose="02020603050405020304" pitchFamily="18" charset="0"/>
                          <a:sym typeface="Arial"/>
                        </a:rPr>
                        <a:t>Haar</a:t>
                      </a:r>
                      <a:r>
                        <a:rPr lang="en-US" sz="1200" b="0" i="0" u="none" strike="noStrike" cap="none" dirty="0">
                          <a:solidFill>
                            <a:schemeClr val="dk1"/>
                          </a:solidFill>
                          <a:latin typeface="Times New Roman" panose="02020603050405020304" pitchFamily="18" charset="0"/>
                          <a:ea typeface="Arial"/>
                          <a:cs typeface="Times New Roman" panose="02020603050405020304" pitchFamily="18" charset="0"/>
                          <a:sym typeface="Arial"/>
                        </a:rPr>
                        <a:t> wavelet decomposition</a:t>
                      </a:r>
                      <a:endParaRPr sz="1200" dirty="0">
                        <a:latin typeface="Times New Roman" panose="02020603050405020304" pitchFamily="18" charset="0"/>
                        <a:cs typeface="Times New Roman" panose="02020603050405020304" pitchFamily="18" charset="0"/>
                      </a:endParaRPr>
                    </a:p>
                  </a:txBody>
                  <a:tcPr marL="57625" marR="5762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000000"/>
                        </a:buClr>
                        <a:buSzPts val="1100"/>
                        <a:buFont typeface="Arial"/>
                        <a:buNone/>
                      </a:pPr>
                      <a:endParaRPr sz="1200" b="0" i="0" u="none" strike="noStrike" cap="none" dirty="0">
                        <a:solidFill>
                          <a:schemeClr val="dk1"/>
                        </a:solidFill>
                        <a:latin typeface="Times New Roman" panose="02020603050405020304" pitchFamily="18" charset="0"/>
                        <a:ea typeface="Arial"/>
                        <a:cs typeface="Times New Roman" panose="02020603050405020304" pitchFamily="18" charset="0"/>
                        <a:sym typeface="Arial"/>
                      </a:endParaRPr>
                    </a:p>
                    <a:p>
                      <a:pPr marL="0" marR="0" lvl="0" indent="0" algn="ctr" rtl="0">
                        <a:lnSpc>
                          <a:spcPct val="100000"/>
                        </a:lnSpc>
                        <a:spcBef>
                          <a:spcPts val="0"/>
                        </a:spcBef>
                        <a:spcAft>
                          <a:spcPts val="0"/>
                        </a:spcAft>
                        <a:buClr>
                          <a:srgbClr val="000000"/>
                        </a:buClr>
                        <a:buSzPts val="1100"/>
                        <a:buFont typeface="Arial"/>
                        <a:buNone/>
                      </a:pPr>
                      <a:r>
                        <a:rPr lang="en-US" sz="1200" b="0" i="0" u="none" strike="noStrike" cap="none" dirty="0">
                          <a:solidFill>
                            <a:schemeClr val="dk1"/>
                          </a:solidFill>
                          <a:latin typeface="Times New Roman" panose="02020603050405020304" pitchFamily="18" charset="0"/>
                          <a:ea typeface="Arial"/>
                          <a:cs typeface="Times New Roman" panose="02020603050405020304" pitchFamily="18" charset="0"/>
                          <a:sym typeface="Arial"/>
                        </a:rPr>
                        <a:t>-1NN classifier</a:t>
                      </a:r>
                      <a:endParaRPr sz="1200" dirty="0">
                        <a:latin typeface="Times New Roman" panose="02020603050405020304" pitchFamily="18" charset="0"/>
                        <a:cs typeface="Times New Roman" panose="02020603050405020304" pitchFamily="18" charset="0"/>
                      </a:endParaRPr>
                    </a:p>
                  </a:txBody>
                  <a:tcPr marL="57625" marR="5762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None/>
                      </a:pPr>
                      <a:endParaRPr sz="1200" b="0" i="0" u="none" strike="noStrike" cap="none" dirty="0">
                        <a:solidFill>
                          <a:schemeClr val="dk1"/>
                        </a:solidFill>
                        <a:latin typeface="Times New Roman" panose="02020603050405020304" pitchFamily="18" charset="0"/>
                        <a:ea typeface="Arial"/>
                        <a:cs typeface="Times New Roman" panose="02020603050405020304" pitchFamily="18" charset="0"/>
                        <a:sym typeface="Arial"/>
                      </a:endParaRPr>
                    </a:p>
                    <a:p>
                      <a:pPr marL="0" marR="0" lvl="0" indent="0" algn="ctr" rtl="0">
                        <a:lnSpc>
                          <a:spcPct val="100000"/>
                        </a:lnSpc>
                        <a:spcBef>
                          <a:spcPts val="0"/>
                        </a:spcBef>
                        <a:spcAft>
                          <a:spcPts val="0"/>
                        </a:spcAft>
                        <a:buNone/>
                      </a:pPr>
                      <a:r>
                        <a:rPr lang="en-US" sz="1200" b="0" i="0" u="none" strike="noStrike" cap="none" dirty="0">
                          <a:solidFill>
                            <a:schemeClr val="dk1"/>
                          </a:solidFill>
                          <a:latin typeface="Times New Roman" panose="02020603050405020304" pitchFamily="18" charset="0"/>
                          <a:ea typeface="Arial"/>
                          <a:cs typeface="Times New Roman" panose="02020603050405020304" pitchFamily="18" charset="0"/>
                          <a:sym typeface="Arial"/>
                        </a:rPr>
                        <a:t>90.50%</a:t>
                      </a:r>
                      <a:endParaRPr sz="1200" dirty="0">
                        <a:latin typeface="Times New Roman" panose="02020603050405020304" pitchFamily="18" charset="0"/>
                        <a:cs typeface="Times New Roman" panose="02020603050405020304" pitchFamily="18" charset="0"/>
                      </a:endParaRPr>
                    </a:p>
                  </a:txBody>
                  <a:tcPr marL="57625" marR="5762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extLst>
                  <a:ext uri="{0D108BD9-81ED-4DB2-BD59-A6C34878D82A}">
                    <a16:rowId xmlns:a16="http://schemas.microsoft.com/office/drawing/2014/main" val="10002"/>
                  </a:ext>
                </a:extLst>
              </a:tr>
              <a:tr h="1070500">
                <a:tc>
                  <a:txBody>
                    <a:bodyPr/>
                    <a:lstStyle/>
                    <a:p>
                      <a:pPr marL="0" marR="0" lvl="0" indent="0" algn="l" rtl="0">
                        <a:lnSpc>
                          <a:spcPct val="100000"/>
                        </a:lnSpc>
                        <a:spcBef>
                          <a:spcPts val="0"/>
                        </a:spcBef>
                        <a:spcAft>
                          <a:spcPts val="0"/>
                        </a:spcAft>
                        <a:buNone/>
                      </a:pPr>
                      <a:endParaRPr sz="1200" b="0" i="0" u="none" strike="noStrike" cap="none">
                        <a:solidFill>
                          <a:schemeClr val="dk1"/>
                        </a:solidFill>
                        <a:latin typeface="Times New Roman" panose="02020603050405020304" pitchFamily="18" charset="0"/>
                        <a:ea typeface="Arial"/>
                        <a:cs typeface="Times New Roman" panose="02020603050405020304" pitchFamily="18" charset="0"/>
                        <a:sym typeface="Arial"/>
                      </a:endParaRPr>
                    </a:p>
                    <a:p>
                      <a:pPr marL="0" marR="0" lvl="0" indent="0" algn="l" rtl="0">
                        <a:lnSpc>
                          <a:spcPct val="100000"/>
                        </a:lnSpc>
                        <a:spcBef>
                          <a:spcPts val="0"/>
                        </a:spcBef>
                        <a:spcAft>
                          <a:spcPts val="0"/>
                        </a:spcAft>
                        <a:buNone/>
                      </a:pPr>
                      <a:r>
                        <a:rPr lang="en-US" sz="1200" b="0" i="0" u="none" strike="noStrike" cap="none">
                          <a:solidFill>
                            <a:schemeClr val="dk1"/>
                          </a:solidFill>
                          <a:latin typeface="Times New Roman" panose="02020603050405020304" pitchFamily="18" charset="0"/>
                          <a:ea typeface="Arial"/>
                          <a:cs typeface="Times New Roman" panose="02020603050405020304" pitchFamily="18" charset="0"/>
                          <a:sym typeface="Arial"/>
                        </a:rPr>
                        <a:t>Fatma Latifoglu et al. [8]   2020  </a:t>
                      </a:r>
                      <a:endParaRPr sz="1200">
                        <a:latin typeface="Times New Roman" panose="02020603050405020304" pitchFamily="18" charset="0"/>
                        <a:cs typeface="Times New Roman" panose="02020603050405020304" pitchFamily="18" charset="0"/>
                      </a:endParaRPr>
                    </a:p>
                  </a:txBody>
                  <a:tcPr marL="76825" marR="76825" marT="38400" marB="384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None/>
                      </a:pPr>
                      <a:endParaRPr sz="1200" b="0" i="0" u="none" strike="noStrike" cap="none">
                        <a:solidFill>
                          <a:schemeClr val="dk1"/>
                        </a:solidFill>
                        <a:latin typeface="Times New Roman" panose="02020603050405020304" pitchFamily="18" charset="0"/>
                        <a:ea typeface="Arial"/>
                        <a:cs typeface="Times New Roman" panose="02020603050405020304" pitchFamily="18" charset="0"/>
                        <a:sym typeface="Arial"/>
                      </a:endParaRPr>
                    </a:p>
                    <a:p>
                      <a:pPr marL="0" marR="0" lvl="0" indent="0" algn="ctr" rtl="0">
                        <a:lnSpc>
                          <a:spcPct val="100000"/>
                        </a:lnSpc>
                        <a:spcBef>
                          <a:spcPts val="0"/>
                        </a:spcBef>
                        <a:spcAft>
                          <a:spcPts val="0"/>
                        </a:spcAft>
                        <a:buNone/>
                      </a:pPr>
                      <a:endParaRPr sz="1200" b="0" i="0" u="none" strike="noStrike" cap="none">
                        <a:solidFill>
                          <a:schemeClr val="dk1"/>
                        </a:solidFill>
                        <a:latin typeface="Times New Roman" panose="02020603050405020304" pitchFamily="18" charset="0"/>
                        <a:ea typeface="Arial"/>
                        <a:cs typeface="Times New Roman" panose="02020603050405020304" pitchFamily="18" charset="0"/>
                        <a:sym typeface="Arial"/>
                      </a:endParaRPr>
                    </a:p>
                    <a:p>
                      <a:pPr marL="0" marR="0" lvl="0" indent="0" algn="ctr" rtl="0">
                        <a:lnSpc>
                          <a:spcPct val="100000"/>
                        </a:lnSpc>
                        <a:spcBef>
                          <a:spcPts val="0"/>
                        </a:spcBef>
                        <a:spcAft>
                          <a:spcPts val="0"/>
                        </a:spcAft>
                        <a:buNone/>
                      </a:pPr>
                      <a:r>
                        <a:rPr lang="en-US" sz="1200" b="0" i="0" u="none" strike="noStrike" cap="none">
                          <a:solidFill>
                            <a:schemeClr val="dk1"/>
                          </a:solidFill>
                          <a:latin typeface="Times New Roman" panose="02020603050405020304" pitchFamily="18" charset="0"/>
                          <a:ea typeface="Arial"/>
                          <a:cs typeface="Times New Roman" panose="02020603050405020304" pitchFamily="18" charset="0"/>
                          <a:sym typeface="Arial"/>
                        </a:rPr>
                        <a:t>10 subjects </a:t>
                      </a:r>
                      <a:endParaRPr sz="1200">
                        <a:latin typeface="Times New Roman" panose="02020603050405020304" pitchFamily="18" charset="0"/>
                        <a:cs typeface="Times New Roman" panose="02020603050405020304" pitchFamily="18" charset="0"/>
                      </a:endParaRPr>
                    </a:p>
                  </a:txBody>
                  <a:tcPr marL="76825" marR="76825" marT="38400" marB="384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171450" marR="0" lvl="0" indent="-101600" algn="ctr" rtl="0">
                        <a:lnSpc>
                          <a:spcPct val="100000"/>
                        </a:lnSpc>
                        <a:spcBef>
                          <a:spcPts val="0"/>
                        </a:spcBef>
                        <a:spcAft>
                          <a:spcPts val="0"/>
                        </a:spcAft>
                        <a:buClr>
                          <a:srgbClr val="000000"/>
                        </a:buClr>
                        <a:buSzPts val="1100"/>
                        <a:buFont typeface="Arial"/>
                        <a:buNone/>
                      </a:pPr>
                      <a:endParaRPr sz="1200" b="0" i="0" u="none" strike="noStrike" cap="none" dirty="0">
                        <a:solidFill>
                          <a:schemeClr val="dk1"/>
                        </a:solidFill>
                        <a:latin typeface="Times New Roman" panose="02020603050405020304" pitchFamily="18" charset="0"/>
                        <a:ea typeface="Arial"/>
                        <a:cs typeface="Times New Roman" panose="02020603050405020304" pitchFamily="18" charset="0"/>
                        <a:sym typeface="Arial"/>
                      </a:endParaRPr>
                    </a:p>
                    <a:p>
                      <a:pPr marL="171450" marR="0" lvl="0" indent="-101600" algn="ctr" rtl="0">
                        <a:lnSpc>
                          <a:spcPct val="100000"/>
                        </a:lnSpc>
                        <a:spcBef>
                          <a:spcPts val="0"/>
                        </a:spcBef>
                        <a:spcAft>
                          <a:spcPts val="0"/>
                        </a:spcAft>
                        <a:buClr>
                          <a:srgbClr val="000000"/>
                        </a:buClr>
                        <a:buSzPts val="1100"/>
                        <a:buFont typeface="Arial"/>
                        <a:buNone/>
                      </a:pPr>
                      <a:endParaRPr sz="1200" b="0" i="0" u="none" strike="noStrike" cap="none" dirty="0">
                        <a:solidFill>
                          <a:schemeClr val="dk1"/>
                        </a:solidFill>
                        <a:latin typeface="Times New Roman" panose="02020603050405020304" pitchFamily="18" charset="0"/>
                        <a:ea typeface="Arial"/>
                        <a:cs typeface="Times New Roman" panose="02020603050405020304" pitchFamily="18" charset="0"/>
                        <a:sym typeface="Arial"/>
                      </a:endParaRPr>
                    </a:p>
                    <a:p>
                      <a:pPr marL="0" marR="0" lvl="0" indent="0" algn="ctr" rtl="0">
                        <a:lnSpc>
                          <a:spcPct val="100000"/>
                        </a:lnSpc>
                        <a:spcBef>
                          <a:spcPts val="0"/>
                        </a:spcBef>
                        <a:spcAft>
                          <a:spcPts val="0"/>
                        </a:spcAft>
                        <a:buClr>
                          <a:srgbClr val="000000"/>
                        </a:buClr>
                        <a:buSzPts val="1100"/>
                        <a:buFont typeface="Arial"/>
                        <a:buNone/>
                      </a:pPr>
                      <a:r>
                        <a:rPr lang="en-US" sz="1200" b="0" i="0" u="none" strike="noStrike" cap="none" dirty="0">
                          <a:solidFill>
                            <a:schemeClr val="dk1"/>
                          </a:solidFill>
                          <a:latin typeface="Times New Roman" panose="02020603050405020304" pitchFamily="18" charset="0"/>
                          <a:ea typeface="Arial"/>
                          <a:cs typeface="Times New Roman" panose="02020603050405020304" pitchFamily="18" charset="0"/>
                          <a:sym typeface="Arial"/>
                        </a:rPr>
                        <a:t>- 4th Butterworth band pass filter with cut-off [0.1 - 15] Hz.</a:t>
                      </a:r>
                      <a:endParaRPr sz="1200" dirty="0">
                        <a:latin typeface="Times New Roman" panose="02020603050405020304" pitchFamily="18" charset="0"/>
                        <a:cs typeface="Times New Roman" panose="02020603050405020304" pitchFamily="18" charset="0"/>
                      </a:endParaRPr>
                    </a:p>
                  </a:txBody>
                  <a:tcPr marL="57625" marR="5762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57150" marR="0" lvl="0" indent="-57150" algn="ctr" rtl="0">
                        <a:lnSpc>
                          <a:spcPct val="100000"/>
                        </a:lnSpc>
                        <a:spcBef>
                          <a:spcPts val="0"/>
                        </a:spcBef>
                        <a:spcAft>
                          <a:spcPts val="0"/>
                        </a:spcAft>
                        <a:buClr>
                          <a:srgbClr val="000000"/>
                        </a:buClr>
                        <a:buSzPts val="1100"/>
                        <a:buFont typeface="Arial"/>
                        <a:buNone/>
                      </a:pPr>
                      <a:endParaRPr sz="1200" b="0" i="0" u="none" strike="noStrike" cap="none">
                        <a:solidFill>
                          <a:schemeClr val="dk1"/>
                        </a:solidFill>
                        <a:latin typeface="Times New Roman" panose="02020603050405020304" pitchFamily="18" charset="0"/>
                        <a:ea typeface="Arial"/>
                        <a:cs typeface="Times New Roman" panose="02020603050405020304" pitchFamily="18" charset="0"/>
                        <a:sym typeface="Arial"/>
                      </a:endParaRPr>
                    </a:p>
                    <a:p>
                      <a:pPr marL="57150" marR="0" lvl="0" indent="-57150" algn="ctr" rtl="0">
                        <a:lnSpc>
                          <a:spcPct val="100000"/>
                        </a:lnSpc>
                        <a:spcBef>
                          <a:spcPts val="0"/>
                        </a:spcBef>
                        <a:spcAft>
                          <a:spcPts val="0"/>
                        </a:spcAft>
                        <a:buClr>
                          <a:srgbClr val="000000"/>
                        </a:buClr>
                        <a:buSzPts val="1100"/>
                        <a:buFont typeface="Arial"/>
                        <a:buNone/>
                      </a:pPr>
                      <a:r>
                        <a:rPr lang="en-US" sz="1200" b="0" i="0" u="none" strike="noStrike" cap="none">
                          <a:solidFill>
                            <a:schemeClr val="dk1"/>
                          </a:solidFill>
                          <a:latin typeface="Times New Roman" panose="02020603050405020304" pitchFamily="18" charset="0"/>
                          <a:ea typeface="Arial"/>
                          <a:cs typeface="Times New Roman" panose="02020603050405020304" pitchFamily="18" charset="0"/>
                          <a:sym typeface="Arial"/>
                        </a:rPr>
                        <a:t>- Read Back Movements Signals.</a:t>
                      </a:r>
                      <a:endParaRPr sz="1200">
                        <a:latin typeface="Times New Roman" panose="02020603050405020304" pitchFamily="18" charset="0"/>
                        <a:cs typeface="Times New Roman" panose="02020603050405020304" pitchFamily="18" charset="0"/>
                      </a:endParaRPr>
                    </a:p>
                    <a:p>
                      <a:pPr marL="57150" marR="0" lvl="0" indent="-57150" algn="ctr" rtl="0">
                        <a:lnSpc>
                          <a:spcPct val="100000"/>
                        </a:lnSpc>
                        <a:spcBef>
                          <a:spcPts val="0"/>
                        </a:spcBef>
                        <a:spcAft>
                          <a:spcPts val="0"/>
                        </a:spcAft>
                        <a:buClr>
                          <a:srgbClr val="000000"/>
                        </a:buClr>
                        <a:buSzPts val="1100"/>
                        <a:buFont typeface="Arial"/>
                        <a:buNone/>
                      </a:pPr>
                      <a:r>
                        <a:rPr lang="en-US" sz="1200" b="0" i="0" u="none" strike="noStrike" cap="none">
                          <a:solidFill>
                            <a:schemeClr val="dk1"/>
                          </a:solidFill>
                          <a:latin typeface="Times New Roman" panose="02020603050405020304" pitchFamily="18" charset="0"/>
                          <a:ea typeface="Arial"/>
                          <a:cs typeface="Times New Roman" panose="02020603050405020304" pitchFamily="18" charset="0"/>
                          <a:sym typeface="Arial"/>
                        </a:rPr>
                        <a:t>- Jumping Bottom Line Signals.</a:t>
                      </a:r>
                      <a:endParaRPr sz="1200">
                        <a:latin typeface="Times New Roman" panose="02020603050405020304" pitchFamily="18" charset="0"/>
                        <a:cs typeface="Times New Roman" panose="02020603050405020304" pitchFamily="18" charset="0"/>
                      </a:endParaRPr>
                    </a:p>
                  </a:txBody>
                  <a:tcPr marL="57625" marR="5762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57150" marR="0" lvl="0" indent="-57150" algn="ctr" rtl="0">
                        <a:lnSpc>
                          <a:spcPct val="100000"/>
                        </a:lnSpc>
                        <a:spcBef>
                          <a:spcPts val="0"/>
                        </a:spcBef>
                        <a:spcAft>
                          <a:spcPts val="0"/>
                        </a:spcAft>
                        <a:buClr>
                          <a:srgbClr val="000000"/>
                        </a:buClr>
                        <a:buSzPts val="1100"/>
                        <a:buFont typeface="Arial"/>
                        <a:buNone/>
                      </a:pPr>
                      <a:endParaRPr sz="1200" b="0" i="0" u="none" strike="noStrike" cap="none" dirty="0">
                        <a:solidFill>
                          <a:schemeClr val="dk1"/>
                        </a:solidFill>
                        <a:latin typeface="Times New Roman" panose="02020603050405020304" pitchFamily="18" charset="0"/>
                        <a:ea typeface="Arial"/>
                        <a:cs typeface="Times New Roman" panose="02020603050405020304" pitchFamily="18" charset="0"/>
                        <a:sym typeface="Arial"/>
                      </a:endParaRPr>
                    </a:p>
                    <a:p>
                      <a:pPr marL="57150" marR="0" lvl="0" indent="-57150" algn="ctr" rtl="0">
                        <a:lnSpc>
                          <a:spcPct val="100000"/>
                        </a:lnSpc>
                        <a:spcBef>
                          <a:spcPts val="0"/>
                        </a:spcBef>
                        <a:spcAft>
                          <a:spcPts val="0"/>
                        </a:spcAft>
                        <a:buClr>
                          <a:srgbClr val="000000"/>
                        </a:buClr>
                        <a:buSzPts val="1100"/>
                        <a:buFont typeface="Arial"/>
                        <a:buNone/>
                      </a:pPr>
                      <a:r>
                        <a:rPr lang="en-US" sz="1200" b="0" i="0" u="none" strike="noStrike" cap="none" dirty="0">
                          <a:solidFill>
                            <a:schemeClr val="dk1"/>
                          </a:solidFill>
                          <a:latin typeface="Times New Roman" panose="02020603050405020304" pitchFamily="18" charset="0"/>
                          <a:ea typeface="Arial"/>
                          <a:cs typeface="Times New Roman" panose="02020603050405020304" pitchFamily="18" charset="0"/>
                          <a:sym typeface="Arial"/>
                        </a:rPr>
                        <a:t>-Random Tree.</a:t>
                      </a:r>
                      <a:endParaRPr sz="1200" dirty="0">
                        <a:latin typeface="Times New Roman" panose="02020603050405020304" pitchFamily="18" charset="0"/>
                        <a:cs typeface="Times New Roman" panose="02020603050405020304" pitchFamily="18" charset="0"/>
                      </a:endParaRPr>
                    </a:p>
                    <a:p>
                      <a:pPr marL="57150" marR="0" lvl="0" indent="-57150" algn="ctr" rtl="0">
                        <a:lnSpc>
                          <a:spcPct val="100000"/>
                        </a:lnSpc>
                        <a:spcBef>
                          <a:spcPts val="0"/>
                        </a:spcBef>
                        <a:spcAft>
                          <a:spcPts val="0"/>
                        </a:spcAft>
                        <a:buClr>
                          <a:srgbClr val="000000"/>
                        </a:buClr>
                        <a:buSzPts val="1100"/>
                        <a:buFont typeface="Arial"/>
                        <a:buNone/>
                      </a:pPr>
                      <a:r>
                        <a:rPr lang="en-US" sz="1200" b="0" i="0" u="none" strike="noStrike" cap="none" dirty="0">
                          <a:solidFill>
                            <a:schemeClr val="dk1"/>
                          </a:solidFill>
                          <a:latin typeface="Times New Roman" panose="02020603050405020304" pitchFamily="18" charset="0"/>
                          <a:ea typeface="Arial"/>
                          <a:cs typeface="Times New Roman" panose="02020603050405020304" pitchFamily="18" charset="0"/>
                          <a:sym typeface="Arial"/>
                        </a:rPr>
                        <a:t>-J48.</a:t>
                      </a:r>
                      <a:endParaRPr sz="1200" dirty="0">
                        <a:latin typeface="Times New Roman" panose="02020603050405020304" pitchFamily="18" charset="0"/>
                        <a:cs typeface="Times New Roman" panose="02020603050405020304" pitchFamily="18" charset="0"/>
                      </a:endParaRPr>
                    </a:p>
                  </a:txBody>
                  <a:tcPr marL="76825" marR="76825" marT="38400" marB="384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None/>
                      </a:pPr>
                      <a:endParaRPr sz="1200" b="0" i="0" u="none" strike="noStrike" cap="none" dirty="0">
                        <a:solidFill>
                          <a:schemeClr val="dk1"/>
                        </a:solidFill>
                        <a:latin typeface="Times New Roman" panose="02020603050405020304" pitchFamily="18" charset="0"/>
                        <a:ea typeface="Arial"/>
                        <a:cs typeface="Times New Roman" panose="02020603050405020304" pitchFamily="18" charset="0"/>
                        <a:sym typeface="Arial"/>
                      </a:endParaRPr>
                    </a:p>
                    <a:p>
                      <a:pPr marL="0" marR="0" lvl="0" indent="0" algn="ctr" rtl="0">
                        <a:lnSpc>
                          <a:spcPct val="100000"/>
                        </a:lnSpc>
                        <a:spcBef>
                          <a:spcPts val="0"/>
                        </a:spcBef>
                        <a:spcAft>
                          <a:spcPts val="0"/>
                        </a:spcAft>
                        <a:buNone/>
                      </a:pPr>
                      <a:r>
                        <a:rPr lang="en-US" sz="1200" b="0" i="0" u="none" strike="noStrike" cap="none" dirty="0">
                          <a:solidFill>
                            <a:schemeClr val="dk1"/>
                          </a:solidFill>
                          <a:latin typeface="Times New Roman" panose="02020603050405020304" pitchFamily="18" charset="0"/>
                          <a:ea typeface="Arial"/>
                          <a:cs typeface="Times New Roman" panose="02020603050405020304" pitchFamily="18" charset="0"/>
                          <a:sym typeface="Arial"/>
                        </a:rPr>
                        <a:t>90%</a:t>
                      </a:r>
                      <a:endParaRPr sz="1200" dirty="0">
                        <a:latin typeface="Times New Roman" panose="02020603050405020304" pitchFamily="18" charset="0"/>
                        <a:cs typeface="Times New Roman" panose="02020603050405020304" pitchFamily="18" charset="0"/>
                      </a:endParaRPr>
                    </a:p>
                    <a:p>
                      <a:pPr marL="0" marR="0" lvl="0" indent="0" algn="ctr" rtl="0">
                        <a:lnSpc>
                          <a:spcPct val="100000"/>
                        </a:lnSpc>
                        <a:spcBef>
                          <a:spcPts val="0"/>
                        </a:spcBef>
                        <a:spcAft>
                          <a:spcPts val="0"/>
                        </a:spcAft>
                        <a:buNone/>
                      </a:pPr>
                      <a:r>
                        <a:rPr lang="en-US" sz="1200" b="0" i="0" u="none" strike="noStrike" cap="none" dirty="0">
                          <a:solidFill>
                            <a:schemeClr val="dk1"/>
                          </a:solidFill>
                          <a:latin typeface="Times New Roman" panose="02020603050405020304" pitchFamily="18" charset="0"/>
                          <a:ea typeface="Arial"/>
                          <a:cs typeface="Times New Roman" panose="02020603050405020304" pitchFamily="18" charset="0"/>
                          <a:sym typeface="Arial"/>
                        </a:rPr>
                        <a:t>92%</a:t>
                      </a:r>
                      <a:endParaRPr sz="1200" dirty="0">
                        <a:latin typeface="Times New Roman" panose="02020603050405020304" pitchFamily="18" charset="0"/>
                        <a:cs typeface="Times New Roman" panose="02020603050405020304" pitchFamily="18" charset="0"/>
                      </a:endParaRPr>
                    </a:p>
                  </a:txBody>
                  <a:tcPr marL="76825" marR="76825" marT="38400" marB="384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extLst>
                  <a:ext uri="{0D108BD9-81ED-4DB2-BD59-A6C34878D82A}">
                    <a16:rowId xmlns:a16="http://schemas.microsoft.com/office/drawing/2014/main" val="10003"/>
                  </a:ext>
                </a:extLst>
              </a:tr>
              <a:tr h="1258300">
                <a:tc>
                  <a:txBody>
                    <a:bodyPr/>
                    <a:lstStyle/>
                    <a:p>
                      <a:pPr marL="0" marR="0" lvl="0" indent="0" algn="l" rtl="0">
                        <a:lnSpc>
                          <a:spcPct val="115000"/>
                        </a:lnSpc>
                        <a:spcBef>
                          <a:spcPts val="0"/>
                        </a:spcBef>
                        <a:spcAft>
                          <a:spcPts val="0"/>
                        </a:spcAft>
                        <a:buNone/>
                      </a:pPr>
                      <a:endParaRPr sz="1200" u="none" strike="noStrike" cap="none" dirty="0">
                        <a:latin typeface="Times New Roman" panose="02020603050405020304" pitchFamily="18" charset="0"/>
                        <a:cs typeface="Times New Roman" panose="02020603050405020304" pitchFamily="18" charset="0"/>
                      </a:endParaRPr>
                    </a:p>
                    <a:p>
                      <a:pPr marL="0" marR="0" lvl="0" indent="0" algn="l" rtl="0">
                        <a:lnSpc>
                          <a:spcPct val="115000"/>
                        </a:lnSpc>
                        <a:spcBef>
                          <a:spcPts val="1000"/>
                        </a:spcBef>
                        <a:spcAft>
                          <a:spcPts val="0"/>
                        </a:spcAft>
                        <a:buNone/>
                      </a:pPr>
                      <a:r>
                        <a:rPr lang="en-US" sz="1200" u="none" strike="noStrike" cap="none" dirty="0">
                          <a:latin typeface="Times New Roman" panose="02020603050405020304" pitchFamily="18" charset="0"/>
                          <a:cs typeface="Times New Roman" panose="02020603050405020304" pitchFamily="18" charset="0"/>
                        </a:rPr>
                        <a:t>Radwa R. et al. [4]  2019</a:t>
                      </a:r>
                      <a:endParaRPr sz="1200" b="1"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txBody>
                  <a:tcPr marL="81800" marR="81800" marT="40900" marB="409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solidFill>
                      <a:srgbClr val="F2F2F2"/>
                    </a:solidFill>
                  </a:tcPr>
                </a:tc>
                <a:tc>
                  <a:txBody>
                    <a:bodyPr/>
                    <a:lstStyle/>
                    <a:p>
                      <a:pPr marL="0" marR="0" lvl="0" indent="0" algn="ctr" rtl="0">
                        <a:lnSpc>
                          <a:spcPct val="115000"/>
                        </a:lnSpc>
                        <a:spcBef>
                          <a:spcPts val="0"/>
                        </a:spcBef>
                        <a:spcAft>
                          <a:spcPts val="0"/>
                        </a:spcAft>
                        <a:buNone/>
                      </a:pPr>
                      <a:endParaRPr sz="1200" u="none" strike="noStrike" cap="none" dirty="0">
                        <a:latin typeface="Times New Roman" panose="02020603050405020304" pitchFamily="18" charset="0"/>
                        <a:cs typeface="Times New Roman" panose="02020603050405020304" pitchFamily="18" charset="0"/>
                      </a:endParaRPr>
                    </a:p>
                    <a:p>
                      <a:pPr marL="0" marR="0" lvl="0" indent="0" algn="ctr" rtl="0">
                        <a:lnSpc>
                          <a:spcPct val="115000"/>
                        </a:lnSpc>
                        <a:spcBef>
                          <a:spcPts val="1000"/>
                        </a:spcBef>
                        <a:spcAft>
                          <a:spcPts val="0"/>
                        </a:spcAft>
                        <a:buNone/>
                      </a:pPr>
                      <a:r>
                        <a:rPr lang="en-US" sz="1200" u="none" strike="noStrike" cap="none" dirty="0">
                          <a:latin typeface="Times New Roman" panose="02020603050405020304" pitchFamily="18" charset="0"/>
                          <a:cs typeface="Times New Roman" panose="02020603050405020304" pitchFamily="18" charset="0"/>
                        </a:rPr>
                        <a:t>20 subjects</a:t>
                      </a:r>
                      <a:endParaRPr sz="1200" b="1"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txBody>
                  <a:tcPr marL="81800" marR="81800" marT="40900" marB="409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solidFill>
                      <a:srgbClr val="F2F2F2"/>
                    </a:solidFill>
                  </a:tcPr>
                </a:tc>
                <a:tc>
                  <a:txBody>
                    <a:bodyPr/>
                    <a:lstStyle/>
                    <a:p>
                      <a:pPr marL="171450" marR="0" lvl="0" indent="-101600" algn="ctr" rtl="0">
                        <a:lnSpc>
                          <a:spcPct val="100000"/>
                        </a:lnSpc>
                        <a:spcBef>
                          <a:spcPts val="0"/>
                        </a:spcBef>
                        <a:spcAft>
                          <a:spcPts val="0"/>
                        </a:spcAft>
                        <a:buClr>
                          <a:srgbClr val="000000"/>
                        </a:buClr>
                        <a:buSzPts val="1100"/>
                        <a:buFont typeface="Arial"/>
                        <a:buNone/>
                      </a:pPr>
                      <a:endParaRPr sz="1200" u="none" strike="noStrike" cap="none">
                        <a:latin typeface="Times New Roman" panose="02020603050405020304" pitchFamily="18" charset="0"/>
                        <a:cs typeface="Times New Roman" panose="02020603050405020304" pitchFamily="18" charset="0"/>
                      </a:endParaRPr>
                    </a:p>
                    <a:p>
                      <a:pPr marL="171450" marR="0" lvl="0" indent="-171450" algn="ctr" rtl="0">
                        <a:lnSpc>
                          <a:spcPct val="100000"/>
                        </a:lnSpc>
                        <a:spcBef>
                          <a:spcPts val="0"/>
                        </a:spcBef>
                        <a:spcAft>
                          <a:spcPts val="0"/>
                        </a:spcAft>
                        <a:buClr>
                          <a:srgbClr val="000000"/>
                        </a:buClr>
                        <a:buSzPts val="1100"/>
                        <a:buFont typeface="Arial"/>
                        <a:buChar char="-"/>
                      </a:pPr>
                      <a:r>
                        <a:rPr lang="en-US" sz="1200" u="none" strike="noStrike" cap="none">
                          <a:latin typeface="Times New Roman" panose="02020603050405020304" pitchFamily="18" charset="0"/>
                          <a:cs typeface="Times New Roman" panose="02020603050405020304" pitchFamily="18" charset="0"/>
                        </a:rPr>
                        <a:t>Band-pass filter cut-off [0.5 – 20 Hz]</a:t>
                      </a:r>
                      <a:endParaRPr sz="1200">
                        <a:latin typeface="Times New Roman" panose="02020603050405020304" pitchFamily="18" charset="0"/>
                        <a:cs typeface="Times New Roman" panose="02020603050405020304" pitchFamily="18" charset="0"/>
                      </a:endParaRPr>
                    </a:p>
                    <a:p>
                      <a:pPr marL="171450" marR="0" lvl="0" indent="-101600" algn="ctr" rtl="0">
                        <a:lnSpc>
                          <a:spcPct val="100000"/>
                        </a:lnSpc>
                        <a:spcBef>
                          <a:spcPts val="0"/>
                        </a:spcBef>
                        <a:spcAft>
                          <a:spcPts val="0"/>
                        </a:spcAft>
                        <a:buClr>
                          <a:srgbClr val="000000"/>
                        </a:buClr>
                        <a:buSzPts val="1100"/>
                        <a:buFont typeface="Arial"/>
                        <a:buNone/>
                      </a:pPr>
                      <a:endParaRPr sz="1200" u="none" strike="noStrike" cap="none">
                        <a:latin typeface="Times New Roman" panose="02020603050405020304" pitchFamily="18" charset="0"/>
                        <a:cs typeface="Times New Roman" panose="02020603050405020304" pitchFamily="18" charset="0"/>
                      </a:endParaRPr>
                    </a:p>
                    <a:p>
                      <a:pPr marL="171450" marR="0" lvl="0" indent="-171450" algn="ctr" rtl="0">
                        <a:lnSpc>
                          <a:spcPct val="100000"/>
                        </a:lnSpc>
                        <a:spcBef>
                          <a:spcPts val="0"/>
                        </a:spcBef>
                        <a:spcAft>
                          <a:spcPts val="0"/>
                        </a:spcAft>
                        <a:buClr>
                          <a:srgbClr val="000000"/>
                        </a:buClr>
                        <a:buSzPts val="1100"/>
                        <a:buFont typeface="Arial"/>
                        <a:buChar char="-"/>
                      </a:pPr>
                      <a:r>
                        <a:rPr lang="en-US" sz="1200" u="none" strike="noStrike" cap="none">
                          <a:latin typeface="Times New Roman" panose="02020603050405020304" pitchFamily="18" charset="0"/>
                          <a:cs typeface="Times New Roman" panose="02020603050405020304" pitchFamily="18" charset="0"/>
                        </a:rPr>
                        <a:t>Down Sampling</a:t>
                      </a:r>
                      <a:endParaRPr sz="1200" b="1" u="none" strike="noStrike" cap="none">
                        <a:solidFill>
                          <a:schemeClr val="dk1"/>
                        </a:solidFill>
                        <a:latin typeface="Times New Roman" panose="02020603050405020304" pitchFamily="18" charset="0"/>
                        <a:ea typeface="Times New Roman"/>
                        <a:cs typeface="Times New Roman" panose="02020603050405020304" pitchFamily="18" charset="0"/>
                        <a:sym typeface="Times New Roman"/>
                      </a:endParaRPr>
                    </a:p>
                  </a:txBody>
                  <a:tcPr marL="81800" marR="81800" marT="40900" marB="409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000000"/>
                        </a:buClr>
                        <a:buSzPts val="1100"/>
                        <a:buFont typeface="Arial"/>
                        <a:buNone/>
                      </a:pPr>
                      <a:endParaRPr sz="1200" u="none" strike="noStrike" cap="none">
                        <a:latin typeface="Times New Roman" panose="02020603050405020304" pitchFamily="18" charset="0"/>
                        <a:cs typeface="Times New Roman" panose="02020603050405020304" pitchFamily="18" charset="0"/>
                      </a:endParaRPr>
                    </a:p>
                    <a:p>
                      <a:pPr marL="0" marR="0" lvl="0" indent="0" algn="ctr" rtl="0">
                        <a:lnSpc>
                          <a:spcPct val="100000"/>
                        </a:lnSpc>
                        <a:spcBef>
                          <a:spcPts val="0"/>
                        </a:spcBef>
                        <a:spcAft>
                          <a:spcPts val="0"/>
                        </a:spcAft>
                        <a:buClr>
                          <a:srgbClr val="000000"/>
                        </a:buClr>
                        <a:buSzPts val="1100"/>
                        <a:buFont typeface="Arial"/>
                        <a:buNone/>
                      </a:pPr>
                      <a:r>
                        <a:rPr lang="en-US" sz="1200" u="none" strike="noStrike" cap="none">
                          <a:latin typeface="Times New Roman" panose="02020603050405020304" pitchFamily="18" charset="0"/>
                          <a:cs typeface="Times New Roman" panose="02020603050405020304" pitchFamily="18" charset="0"/>
                        </a:rPr>
                        <a:t>- Mean </a:t>
                      </a:r>
                      <a:endParaRPr sz="1200">
                        <a:latin typeface="Times New Roman" panose="02020603050405020304" pitchFamily="18" charset="0"/>
                        <a:cs typeface="Times New Roman" panose="02020603050405020304" pitchFamily="18" charset="0"/>
                      </a:endParaRPr>
                    </a:p>
                    <a:p>
                      <a:pPr marL="0" marR="0" lvl="0" indent="0" algn="ctr" rtl="0">
                        <a:lnSpc>
                          <a:spcPct val="100000"/>
                        </a:lnSpc>
                        <a:spcBef>
                          <a:spcPts val="0"/>
                        </a:spcBef>
                        <a:spcAft>
                          <a:spcPts val="0"/>
                        </a:spcAft>
                        <a:buClr>
                          <a:srgbClr val="000000"/>
                        </a:buClr>
                        <a:buSzPts val="1100"/>
                        <a:buFont typeface="Arial"/>
                        <a:buNone/>
                      </a:pPr>
                      <a:r>
                        <a:rPr lang="en-US" sz="1200" u="none" strike="noStrike" cap="none">
                          <a:latin typeface="Times New Roman" panose="02020603050405020304" pitchFamily="18" charset="0"/>
                          <a:cs typeface="Times New Roman" panose="02020603050405020304" pitchFamily="18" charset="0"/>
                        </a:rPr>
                        <a:t>- Standard Deviation</a:t>
                      </a:r>
                      <a:endParaRPr sz="1200">
                        <a:latin typeface="Times New Roman" panose="02020603050405020304" pitchFamily="18" charset="0"/>
                        <a:cs typeface="Times New Roman" panose="02020603050405020304" pitchFamily="18" charset="0"/>
                      </a:endParaRPr>
                    </a:p>
                    <a:p>
                      <a:pPr marL="0" marR="0" lvl="0" indent="0" algn="ctr" rtl="0">
                        <a:lnSpc>
                          <a:spcPct val="100000"/>
                        </a:lnSpc>
                        <a:spcBef>
                          <a:spcPts val="0"/>
                        </a:spcBef>
                        <a:spcAft>
                          <a:spcPts val="0"/>
                        </a:spcAft>
                        <a:buClr>
                          <a:srgbClr val="000000"/>
                        </a:buClr>
                        <a:buSzPts val="1100"/>
                        <a:buFont typeface="Arial"/>
                        <a:buNone/>
                      </a:pPr>
                      <a:r>
                        <a:rPr lang="en-US" sz="1200" u="none" strike="noStrike" cap="none">
                          <a:latin typeface="Times New Roman" panose="02020603050405020304" pitchFamily="18" charset="0"/>
                          <a:cs typeface="Times New Roman" panose="02020603050405020304" pitchFamily="18" charset="0"/>
                        </a:rPr>
                        <a:t>- Energy</a:t>
                      </a:r>
                      <a:endParaRPr sz="1200" b="1" u="none" strike="noStrike" cap="none">
                        <a:solidFill>
                          <a:schemeClr val="dk1"/>
                        </a:solidFill>
                        <a:latin typeface="Times New Roman" panose="02020603050405020304" pitchFamily="18" charset="0"/>
                        <a:ea typeface="Times New Roman"/>
                        <a:cs typeface="Times New Roman" panose="02020603050405020304" pitchFamily="18" charset="0"/>
                        <a:sym typeface="Times New Roman"/>
                      </a:endParaRPr>
                    </a:p>
                  </a:txBody>
                  <a:tcPr marL="81800" marR="81800" marT="40900" marB="409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solidFill>
                      <a:srgbClr val="F2F2F2"/>
                    </a:solidFill>
                  </a:tcPr>
                </a:tc>
                <a:tc>
                  <a:txBody>
                    <a:bodyPr/>
                    <a:lstStyle/>
                    <a:p>
                      <a:pPr marL="171450" marR="0" lvl="0" indent="-171450" algn="ctr" rtl="0">
                        <a:lnSpc>
                          <a:spcPct val="100000"/>
                        </a:lnSpc>
                        <a:spcBef>
                          <a:spcPts val="0"/>
                        </a:spcBef>
                        <a:spcAft>
                          <a:spcPts val="0"/>
                        </a:spcAft>
                        <a:buClr>
                          <a:srgbClr val="000000"/>
                        </a:buClr>
                        <a:buSzPts val="1100"/>
                        <a:buFont typeface="Arial"/>
                        <a:buChar char="-"/>
                      </a:pPr>
                      <a:r>
                        <a:rPr lang="en-US" sz="1200" u="none" strike="noStrike" cap="none" dirty="0">
                          <a:latin typeface="Times New Roman" panose="02020603050405020304" pitchFamily="18" charset="0"/>
                          <a:cs typeface="Times New Roman" panose="02020603050405020304" pitchFamily="18" charset="0"/>
                        </a:rPr>
                        <a:t>KNN</a:t>
                      </a:r>
                      <a:endParaRPr sz="1200" dirty="0">
                        <a:latin typeface="Times New Roman" panose="02020603050405020304" pitchFamily="18" charset="0"/>
                        <a:cs typeface="Times New Roman" panose="02020603050405020304" pitchFamily="18" charset="0"/>
                      </a:endParaRPr>
                    </a:p>
                    <a:p>
                      <a:pPr marL="171450" marR="0" lvl="0" indent="-171450" algn="ctr" rtl="0">
                        <a:lnSpc>
                          <a:spcPct val="100000"/>
                        </a:lnSpc>
                        <a:spcBef>
                          <a:spcPts val="0"/>
                        </a:spcBef>
                        <a:spcAft>
                          <a:spcPts val="0"/>
                        </a:spcAft>
                        <a:buClr>
                          <a:srgbClr val="000000"/>
                        </a:buClr>
                        <a:buSzPts val="1100"/>
                        <a:buFont typeface="Arial"/>
                        <a:buChar char="-"/>
                      </a:pPr>
                      <a:r>
                        <a:rPr lang="en-US" sz="1200" u="none" strike="noStrike" cap="none" dirty="0">
                          <a:latin typeface="Times New Roman" panose="02020603050405020304" pitchFamily="18" charset="0"/>
                          <a:cs typeface="Times New Roman" panose="02020603050405020304" pitchFamily="18" charset="0"/>
                        </a:rPr>
                        <a:t>LDA</a:t>
                      </a:r>
                      <a:endParaRPr sz="1200" dirty="0">
                        <a:latin typeface="Times New Roman" panose="02020603050405020304" pitchFamily="18" charset="0"/>
                        <a:cs typeface="Times New Roman" panose="02020603050405020304" pitchFamily="18" charset="0"/>
                      </a:endParaRPr>
                    </a:p>
                    <a:p>
                      <a:pPr marL="171450" marR="0" lvl="0" indent="-171450" algn="ctr" rtl="0">
                        <a:lnSpc>
                          <a:spcPct val="100000"/>
                        </a:lnSpc>
                        <a:spcBef>
                          <a:spcPts val="0"/>
                        </a:spcBef>
                        <a:spcAft>
                          <a:spcPts val="0"/>
                        </a:spcAft>
                        <a:buClr>
                          <a:srgbClr val="000000"/>
                        </a:buClr>
                        <a:buSzPts val="1100"/>
                        <a:buFont typeface="Arial"/>
                        <a:buChar char="-"/>
                      </a:pPr>
                      <a:r>
                        <a:rPr lang="en-US" sz="1200" u="none" strike="noStrike" cap="none" dirty="0">
                          <a:latin typeface="Times New Roman" panose="02020603050405020304" pitchFamily="18" charset="0"/>
                          <a:cs typeface="Times New Roman" panose="02020603050405020304" pitchFamily="18" charset="0"/>
                        </a:rPr>
                        <a:t>MLR</a:t>
                      </a:r>
                      <a:endParaRPr sz="1200" dirty="0">
                        <a:latin typeface="Times New Roman" panose="02020603050405020304" pitchFamily="18" charset="0"/>
                        <a:cs typeface="Times New Roman" panose="02020603050405020304" pitchFamily="18" charset="0"/>
                      </a:endParaRPr>
                    </a:p>
                    <a:p>
                      <a:pPr marL="171450" marR="0" lvl="0" indent="-171450" algn="ctr" rtl="0">
                        <a:lnSpc>
                          <a:spcPct val="100000"/>
                        </a:lnSpc>
                        <a:spcBef>
                          <a:spcPts val="0"/>
                        </a:spcBef>
                        <a:spcAft>
                          <a:spcPts val="0"/>
                        </a:spcAft>
                        <a:buClr>
                          <a:srgbClr val="000000"/>
                        </a:buClr>
                        <a:buSzPts val="1100"/>
                        <a:buFont typeface="Arial"/>
                        <a:buChar char="-"/>
                      </a:pPr>
                      <a:r>
                        <a:rPr lang="en-US" sz="1200" u="none" strike="noStrike" cap="none" dirty="0">
                          <a:latin typeface="Times New Roman" panose="02020603050405020304" pitchFamily="18" charset="0"/>
                          <a:cs typeface="Times New Roman" panose="02020603050405020304" pitchFamily="18" charset="0"/>
                        </a:rPr>
                        <a:t>NB</a:t>
                      </a:r>
                      <a:endParaRPr sz="1200" dirty="0">
                        <a:latin typeface="Times New Roman" panose="02020603050405020304" pitchFamily="18" charset="0"/>
                        <a:cs typeface="Times New Roman" panose="02020603050405020304" pitchFamily="18" charset="0"/>
                      </a:endParaRPr>
                    </a:p>
                    <a:p>
                      <a:pPr marL="171450" marR="0" lvl="0" indent="-171450" algn="ctr" rtl="0">
                        <a:lnSpc>
                          <a:spcPct val="100000"/>
                        </a:lnSpc>
                        <a:spcBef>
                          <a:spcPts val="0"/>
                        </a:spcBef>
                        <a:spcAft>
                          <a:spcPts val="0"/>
                        </a:spcAft>
                        <a:buClr>
                          <a:srgbClr val="000000"/>
                        </a:buClr>
                        <a:buSzPts val="1100"/>
                        <a:buFont typeface="Arial"/>
                        <a:buChar char="-"/>
                      </a:pPr>
                      <a:r>
                        <a:rPr lang="en-US" sz="1200" u="none" strike="noStrike" cap="none" dirty="0">
                          <a:latin typeface="Times New Roman" panose="02020603050405020304" pitchFamily="18" charset="0"/>
                          <a:cs typeface="Times New Roman" panose="02020603050405020304" pitchFamily="18" charset="0"/>
                        </a:rPr>
                        <a:t>Decision Tree</a:t>
                      </a:r>
                      <a:endParaRPr sz="1200" dirty="0">
                        <a:latin typeface="Times New Roman" panose="02020603050405020304" pitchFamily="18" charset="0"/>
                        <a:cs typeface="Times New Roman" panose="02020603050405020304" pitchFamily="18" charset="0"/>
                      </a:endParaRPr>
                    </a:p>
                    <a:p>
                      <a:pPr marL="171450" marR="0" lvl="0" indent="-171450" algn="ctr" rtl="0">
                        <a:lnSpc>
                          <a:spcPct val="100000"/>
                        </a:lnSpc>
                        <a:spcBef>
                          <a:spcPts val="0"/>
                        </a:spcBef>
                        <a:spcAft>
                          <a:spcPts val="0"/>
                        </a:spcAft>
                        <a:buClr>
                          <a:srgbClr val="000000"/>
                        </a:buClr>
                        <a:buSzPts val="1100"/>
                        <a:buFont typeface="Arial"/>
                        <a:buChar char="-"/>
                      </a:pPr>
                      <a:r>
                        <a:rPr lang="en-US" sz="1200" u="none" strike="noStrike" cap="none" dirty="0">
                          <a:latin typeface="Times New Roman" panose="02020603050405020304" pitchFamily="18" charset="0"/>
                          <a:cs typeface="Times New Roman" panose="02020603050405020304" pitchFamily="18" charset="0"/>
                        </a:rPr>
                        <a:t>SVM</a:t>
                      </a:r>
                      <a:endParaRPr sz="1200" b="1"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txBody>
                  <a:tcPr marL="81800" marR="81800" marT="40900" marB="409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None/>
                      </a:pPr>
                      <a:r>
                        <a:rPr lang="en-US" sz="1200" u="none" strike="noStrike" cap="none" dirty="0">
                          <a:latin typeface="Times New Roman" panose="02020603050405020304" pitchFamily="18" charset="0"/>
                          <a:cs typeface="Times New Roman" panose="02020603050405020304" pitchFamily="18" charset="0"/>
                        </a:rPr>
                        <a:t>81.5%</a:t>
                      </a:r>
                      <a:endParaRPr sz="1200" u="none" strike="noStrike" cap="none" dirty="0">
                        <a:latin typeface="Times New Roman" panose="02020603050405020304" pitchFamily="18" charset="0"/>
                        <a:cs typeface="Times New Roman" panose="02020603050405020304" pitchFamily="18" charset="0"/>
                      </a:endParaRPr>
                    </a:p>
                    <a:p>
                      <a:pPr marL="0" marR="0" lvl="0" indent="0" algn="ctr" rtl="0">
                        <a:lnSpc>
                          <a:spcPct val="100000"/>
                        </a:lnSpc>
                        <a:spcBef>
                          <a:spcPts val="0"/>
                        </a:spcBef>
                        <a:spcAft>
                          <a:spcPts val="0"/>
                        </a:spcAft>
                        <a:buNone/>
                      </a:pPr>
                      <a:r>
                        <a:rPr lang="en-US" sz="1200" u="none" strike="noStrike" cap="none" dirty="0">
                          <a:latin typeface="Times New Roman" panose="02020603050405020304" pitchFamily="18" charset="0"/>
                          <a:cs typeface="Times New Roman" panose="02020603050405020304" pitchFamily="18" charset="0"/>
                        </a:rPr>
                        <a:t>80.0%</a:t>
                      </a:r>
                      <a:endParaRPr sz="1200" u="none" strike="noStrike" cap="none" dirty="0">
                        <a:latin typeface="Times New Roman" panose="02020603050405020304" pitchFamily="18" charset="0"/>
                        <a:cs typeface="Times New Roman" panose="02020603050405020304" pitchFamily="18" charset="0"/>
                      </a:endParaRPr>
                    </a:p>
                    <a:p>
                      <a:pPr marL="0" marR="0" lvl="0" indent="0" algn="ctr" rtl="0">
                        <a:lnSpc>
                          <a:spcPct val="100000"/>
                        </a:lnSpc>
                        <a:spcBef>
                          <a:spcPts val="0"/>
                        </a:spcBef>
                        <a:spcAft>
                          <a:spcPts val="0"/>
                        </a:spcAft>
                        <a:buNone/>
                      </a:pPr>
                      <a:r>
                        <a:rPr lang="en-US" sz="1200" u="none" strike="noStrike" cap="none" dirty="0">
                          <a:latin typeface="Times New Roman" panose="02020603050405020304" pitchFamily="18" charset="0"/>
                          <a:cs typeface="Times New Roman" panose="02020603050405020304" pitchFamily="18" charset="0"/>
                        </a:rPr>
                        <a:t>79.0%</a:t>
                      </a:r>
                      <a:endParaRPr sz="1200" u="none" strike="noStrike" cap="none" dirty="0">
                        <a:latin typeface="Times New Roman" panose="02020603050405020304" pitchFamily="18" charset="0"/>
                        <a:cs typeface="Times New Roman" panose="02020603050405020304" pitchFamily="18" charset="0"/>
                      </a:endParaRPr>
                    </a:p>
                    <a:p>
                      <a:pPr marL="0" marR="0" lvl="0" indent="0" algn="ctr" rtl="0">
                        <a:lnSpc>
                          <a:spcPct val="100000"/>
                        </a:lnSpc>
                        <a:spcBef>
                          <a:spcPts val="0"/>
                        </a:spcBef>
                        <a:spcAft>
                          <a:spcPts val="0"/>
                        </a:spcAft>
                        <a:buNone/>
                      </a:pPr>
                      <a:r>
                        <a:rPr lang="en-US" sz="1200" u="none" strike="noStrike" cap="none" dirty="0">
                          <a:latin typeface="Times New Roman" panose="02020603050405020304" pitchFamily="18" charset="0"/>
                          <a:cs typeface="Times New Roman" panose="02020603050405020304" pitchFamily="18" charset="0"/>
                        </a:rPr>
                        <a:t>82.0%</a:t>
                      </a:r>
                      <a:endParaRPr sz="1200" u="none" strike="noStrike" cap="none" dirty="0">
                        <a:latin typeface="Times New Roman" panose="02020603050405020304" pitchFamily="18" charset="0"/>
                        <a:cs typeface="Times New Roman" panose="02020603050405020304" pitchFamily="18" charset="0"/>
                      </a:endParaRPr>
                    </a:p>
                    <a:p>
                      <a:pPr marL="0" marR="0" lvl="0" indent="0" algn="ctr" rtl="0">
                        <a:lnSpc>
                          <a:spcPct val="100000"/>
                        </a:lnSpc>
                        <a:spcBef>
                          <a:spcPts val="0"/>
                        </a:spcBef>
                        <a:spcAft>
                          <a:spcPts val="0"/>
                        </a:spcAft>
                        <a:buNone/>
                      </a:pPr>
                      <a:r>
                        <a:rPr lang="en-US" sz="1200" u="none" strike="noStrike" cap="none" dirty="0">
                          <a:latin typeface="Times New Roman" panose="02020603050405020304" pitchFamily="18" charset="0"/>
                          <a:cs typeface="Times New Roman" panose="02020603050405020304" pitchFamily="18" charset="0"/>
                        </a:rPr>
                        <a:t>76.5%</a:t>
                      </a:r>
                      <a:endParaRPr sz="1200" u="none" strike="noStrike" cap="none" dirty="0">
                        <a:latin typeface="Times New Roman" panose="02020603050405020304" pitchFamily="18" charset="0"/>
                        <a:cs typeface="Times New Roman" panose="02020603050405020304" pitchFamily="18" charset="0"/>
                      </a:endParaRPr>
                    </a:p>
                    <a:p>
                      <a:pPr marL="0" marR="0" lvl="0" indent="0" algn="ctr" rtl="0">
                        <a:lnSpc>
                          <a:spcPct val="100000"/>
                        </a:lnSpc>
                        <a:spcBef>
                          <a:spcPts val="0"/>
                        </a:spcBef>
                        <a:spcAft>
                          <a:spcPts val="0"/>
                        </a:spcAft>
                        <a:buNone/>
                      </a:pPr>
                      <a:r>
                        <a:rPr lang="en-US" sz="1200" u="none" strike="noStrike" cap="none" dirty="0">
                          <a:latin typeface="Times New Roman" panose="02020603050405020304" pitchFamily="18" charset="0"/>
                          <a:cs typeface="Times New Roman" panose="02020603050405020304" pitchFamily="18" charset="0"/>
                        </a:rPr>
                        <a:t>94.25%</a:t>
                      </a:r>
                      <a:endParaRPr sz="1200" b="1"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txBody>
                  <a:tcPr marL="81800" marR="81800" marT="40900" marB="409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solidFill>
                      <a:srgbClr val="F2F2F2"/>
                    </a:solidFill>
                  </a:tcPr>
                </a:tc>
                <a:extLst>
                  <a:ext uri="{0D108BD9-81ED-4DB2-BD59-A6C34878D82A}">
                    <a16:rowId xmlns:a16="http://schemas.microsoft.com/office/drawing/2014/main" val="10004"/>
                  </a:ext>
                </a:extLst>
              </a:tr>
            </a:tbl>
          </a:graphicData>
        </a:graphic>
      </p:graphicFrame>
      <p:cxnSp>
        <p:nvCxnSpPr>
          <p:cNvPr id="8" name="Google Shape;130;p6"/>
          <p:cNvCxnSpPr/>
          <p:nvPr/>
        </p:nvCxnSpPr>
        <p:spPr>
          <a:xfrm>
            <a:off x="179613" y="1161213"/>
            <a:ext cx="2946764" cy="5736"/>
          </a:xfrm>
          <a:prstGeom prst="straightConnector1">
            <a:avLst/>
          </a:prstGeom>
          <a:noFill/>
          <a:ln w="38100" cap="flat" cmpd="sng">
            <a:solidFill>
              <a:srgbClr val="FA6690"/>
            </a:solidFill>
            <a:prstDash val="solid"/>
            <a:round/>
            <a:headEnd type="none" w="sm" len="sm"/>
            <a:tailEnd type="none" w="sm" len="sm"/>
          </a:ln>
          <a:effectLst>
            <a:outerShdw blurRad="40000" dist="23000" dir="5400000" rotWithShape="0">
              <a:srgbClr val="000000">
                <a:alpha val="34901"/>
              </a:srgbClr>
            </a:outerShdw>
          </a:effectLst>
        </p:spPr>
      </p:cxn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10"/>
          <p:cNvSpPr txBox="1">
            <a:spLocks noGrp="1"/>
          </p:cNvSpPr>
          <p:nvPr>
            <p:ph type="sldNum" idx="12"/>
          </p:nvPr>
        </p:nvSpPr>
        <p:spPr>
          <a:xfrm>
            <a:off x="8610603" y="6356361"/>
            <a:ext cx="2743201" cy="36512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10</a:t>
            </a:fld>
            <a:endParaRPr/>
          </a:p>
        </p:txBody>
      </p:sp>
      <p:pic>
        <p:nvPicPr>
          <p:cNvPr id="166" name="Google Shape;166;p10" descr="A picture containing diagram&#10;&#10;Description automatically generated"/>
          <p:cNvPicPr preferRelativeResize="0"/>
          <p:nvPr/>
        </p:nvPicPr>
        <p:blipFill rotWithShape="1">
          <a:blip r:embed="rId3">
            <a:alphaModFix/>
          </a:blip>
          <a:srcRect/>
          <a:stretch/>
        </p:blipFill>
        <p:spPr>
          <a:xfrm>
            <a:off x="222764" y="1330327"/>
            <a:ext cx="11969236" cy="4309888"/>
          </a:xfrm>
          <a:prstGeom prst="rect">
            <a:avLst/>
          </a:prstGeom>
          <a:noFill/>
          <a:ln>
            <a:noFill/>
          </a:ln>
        </p:spPr>
      </p:pic>
      <p:sp>
        <p:nvSpPr>
          <p:cNvPr id="167" name="Google Shape;167;p10"/>
          <p:cNvSpPr txBox="1"/>
          <p:nvPr/>
        </p:nvSpPr>
        <p:spPr>
          <a:xfrm>
            <a:off x="-5101" y="79320"/>
            <a:ext cx="7144598" cy="63090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500" b="1" dirty="0">
                <a:solidFill>
                  <a:srgbClr val="FA6690"/>
                </a:solidFill>
                <a:latin typeface="Times New Roman"/>
                <a:ea typeface="Times New Roman"/>
                <a:cs typeface="Times New Roman"/>
                <a:sym typeface="Times New Roman"/>
              </a:rPr>
              <a:t>System</a:t>
            </a:r>
            <a:r>
              <a:rPr lang="en-US" sz="3313" b="1" i="0" u="none" strike="noStrike" cap="none" dirty="0">
                <a:solidFill>
                  <a:srgbClr val="FA6671"/>
                </a:solidFill>
                <a:latin typeface="Times New Roman"/>
                <a:ea typeface="Times New Roman"/>
                <a:cs typeface="Times New Roman"/>
                <a:sym typeface="Times New Roman"/>
              </a:rPr>
              <a:t> </a:t>
            </a:r>
            <a:r>
              <a:rPr lang="en-US" sz="3500" b="1" dirty="0">
                <a:solidFill>
                  <a:srgbClr val="FA6690"/>
                </a:solidFill>
                <a:latin typeface="Times New Roman"/>
                <a:ea typeface="Times New Roman"/>
                <a:cs typeface="Times New Roman"/>
                <a:sym typeface="Times New Roman"/>
              </a:rPr>
              <a:t>Flow</a:t>
            </a:r>
            <a:endParaRPr sz="3500" b="1" dirty="0">
              <a:solidFill>
                <a:srgbClr val="FA6690"/>
              </a:solidFill>
              <a:latin typeface="Times New Roman"/>
              <a:ea typeface="Times New Roman"/>
              <a:cs typeface="Times New Roman"/>
            </a:endParaRPr>
          </a:p>
        </p:txBody>
      </p:sp>
      <p:pic>
        <p:nvPicPr>
          <p:cNvPr id="169" name="Google Shape;169;p10" descr="A diagram of a diagram&#10;&#10;Description automatically generated"/>
          <p:cNvPicPr preferRelativeResize="0"/>
          <p:nvPr/>
        </p:nvPicPr>
        <p:blipFill rotWithShape="1">
          <a:blip r:embed="rId4">
            <a:alphaModFix/>
          </a:blip>
          <a:srcRect/>
          <a:stretch/>
        </p:blipFill>
        <p:spPr>
          <a:xfrm>
            <a:off x="222764" y="1510160"/>
            <a:ext cx="11969236" cy="3526074"/>
          </a:xfrm>
          <a:prstGeom prst="rect">
            <a:avLst/>
          </a:prstGeom>
          <a:noFill/>
          <a:ln>
            <a:noFill/>
          </a:ln>
        </p:spPr>
      </p:pic>
      <p:cxnSp>
        <p:nvCxnSpPr>
          <p:cNvPr id="7" name="Google Shape;130;p6"/>
          <p:cNvCxnSpPr/>
          <p:nvPr/>
        </p:nvCxnSpPr>
        <p:spPr>
          <a:xfrm>
            <a:off x="69668" y="726346"/>
            <a:ext cx="2946764" cy="5736"/>
          </a:xfrm>
          <a:prstGeom prst="straightConnector1">
            <a:avLst/>
          </a:prstGeom>
          <a:noFill/>
          <a:ln w="38100" cap="flat" cmpd="sng">
            <a:solidFill>
              <a:srgbClr val="FA6690"/>
            </a:solidFill>
            <a:prstDash val="solid"/>
            <a:round/>
            <a:headEnd type="none" w="sm" len="sm"/>
            <a:tailEnd type="none" w="sm" len="sm"/>
          </a:ln>
          <a:effectLst>
            <a:outerShdw blurRad="40000" dist="23000" dir="5400000" rotWithShape="0">
              <a:srgbClr val="000000">
                <a:alpha val="34901"/>
              </a:srgbClr>
            </a:outerShdw>
          </a:effectLst>
        </p:spPr>
      </p:cxn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9"/>
                                        </p:tgtEl>
                                        <p:attrNameLst>
                                          <p:attrName>style.visibility</p:attrName>
                                        </p:attrNameLst>
                                      </p:cBhvr>
                                      <p:to>
                                        <p:strVal val="visible"/>
                                      </p:to>
                                    </p:set>
                                    <p:animEffect transition="in" filter="fade">
                                      <p:cBhvr>
                                        <p:cTn id="7" dur="1000"/>
                                        <p:tgtEl>
                                          <p:spTgt spid="1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11"/>
          <p:cNvSpPr txBox="1">
            <a:spLocks noGrp="1"/>
          </p:cNvSpPr>
          <p:nvPr>
            <p:ph type="ctrTitle"/>
          </p:nvPr>
        </p:nvSpPr>
        <p:spPr>
          <a:xfrm>
            <a:off x="-1336424" y="-55562"/>
            <a:ext cx="5720857" cy="1655762"/>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chemeClr val="dk1"/>
              </a:buClr>
              <a:buSzPts val="6000"/>
              <a:buFont typeface="Calibri"/>
              <a:buNone/>
            </a:pPr>
            <a:r>
              <a:rPr lang="en-US" sz="3500" b="1" dirty="0">
                <a:solidFill>
                  <a:srgbClr val="FA6690"/>
                </a:solidFill>
                <a:latin typeface="Times New Roman"/>
                <a:ea typeface="Times New Roman"/>
                <a:cs typeface="Times New Roman"/>
                <a:sym typeface="Times New Roman"/>
              </a:rPr>
              <a:t>System</a:t>
            </a:r>
            <a:r>
              <a:rPr lang="en-US" sz="3309" b="1" dirty="0">
                <a:solidFill>
                  <a:srgbClr val="FA6671"/>
                </a:solidFill>
                <a:latin typeface="Times New Roman"/>
                <a:ea typeface="Times New Roman"/>
                <a:cs typeface="Times New Roman"/>
                <a:sym typeface="Times New Roman"/>
              </a:rPr>
              <a:t> </a:t>
            </a:r>
            <a:r>
              <a:rPr lang="en-US" sz="3500" b="1" dirty="0">
                <a:solidFill>
                  <a:srgbClr val="FA6690"/>
                </a:solidFill>
                <a:latin typeface="Times New Roman"/>
                <a:ea typeface="Times New Roman"/>
                <a:cs typeface="Times New Roman"/>
                <a:sym typeface="Times New Roman"/>
              </a:rPr>
              <a:t>Flow</a:t>
            </a:r>
            <a:br>
              <a:rPr lang="en-US" sz="6600" dirty="0">
                <a:solidFill>
                  <a:srgbClr val="FA6671"/>
                </a:solidFill>
              </a:rPr>
            </a:br>
            <a:endParaRPr dirty="0"/>
          </a:p>
        </p:txBody>
      </p:sp>
      <p:sp>
        <p:nvSpPr>
          <p:cNvPr id="175" name="Google Shape;175;p11"/>
          <p:cNvSpPr txBox="1">
            <a:spLocks noGrp="1"/>
          </p:cNvSpPr>
          <p:nvPr>
            <p:ph type="subTitle" idx="1"/>
          </p:nvPr>
        </p:nvSpPr>
        <p:spPr>
          <a:xfrm>
            <a:off x="99850" y="772319"/>
            <a:ext cx="10872950" cy="5772859"/>
          </a:xfrm>
          <a:prstGeom prst="rect">
            <a:avLst/>
          </a:prstGeom>
          <a:noFill/>
          <a:ln>
            <a:noFill/>
          </a:ln>
        </p:spPr>
        <p:txBody>
          <a:bodyPr spcFirstLastPara="1" wrap="square" lIns="91425" tIns="45700" rIns="91425" bIns="45700" anchor="t" anchorCtr="0">
            <a:noAutofit/>
          </a:bodyPr>
          <a:lstStyle/>
          <a:p>
            <a:pPr marL="457200" lvl="0" indent="-406400" algn="l" rtl="0">
              <a:lnSpc>
                <a:spcPct val="90000"/>
              </a:lnSpc>
              <a:spcBef>
                <a:spcPts val="1035"/>
              </a:spcBef>
              <a:spcAft>
                <a:spcPts val="0"/>
              </a:spcAft>
              <a:buSzPts val="2400"/>
              <a:buNone/>
            </a:pPr>
            <a:r>
              <a:rPr lang="en-US" sz="3000" b="1" u="sng" dirty="0">
                <a:solidFill>
                  <a:schemeClr val="dk1"/>
                </a:solidFill>
                <a:latin typeface="Times New Roman" panose="02020603050405020304" pitchFamily="18" charset="0"/>
                <a:cs typeface="Times New Roman" panose="02020603050405020304" pitchFamily="18" charset="0"/>
              </a:rPr>
              <a:t>Data Acquisition</a:t>
            </a:r>
            <a:endParaRPr sz="3000" dirty="0">
              <a:latin typeface="Times New Roman" panose="02020603050405020304" pitchFamily="18" charset="0"/>
              <a:cs typeface="Times New Roman" panose="02020603050405020304" pitchFamily="18" charset="0"/>
            </a:endParaRPr>
          </a:p>
          <a:p>
            <a:pPr marL="457200" lvl="0" indent="-406400" algn="l" rtl="0">
              <a:lnSpc>
                <a:spcPct val="90000"/>
              </a:lnSpc>
              <a:spcBef>
                <a:spcPts val="1035"/>
              </a:spcBef>
              <a:spcAft>
                <a:spcPts val="0"/>
              </a:spcAft>
              <a:buSzPts val="2400"/>
              <a:buNone/>
            </a:pPr>
            <a:endParaRPr sz="800" dirty="0"/>
          </a:p>
          <a:p>
            <a:pPr marL="457200" lvl="0" indent="-406400" algn="l" rtl="0">
              <a:lnSpc>
                <a:spcPct val="90000"/>
              </a:lnSpc>
              <a:spcBef>
                <a:spcPts val="0"/>
              </a:spcBef>
              <a:spcAft>
                <a:spcPts val="0"/>
              </a:spcAft>
              <a:buSzPts val="2400"/>
              <a:buFont typeface="Arial"/>
              <a:buAutoNum type="arabicPeriod"/>
            </a:pPr>
            <a:r>
              <a:rPr lang="en-US" sz="2200" b="1" i="0" strike="noStrike" dirty="0">
                <a:solidFill>
                  <a:srgbClr val="000000"/>
                </a:solidFill>
                <a:latin typeface="Times New Roman" panose="02020603050405020304" pitchFamily="18" charset="0"/>
                <a:cs typeface="Times New Roman" panose="02020603050405020304" pitchFamily="18" charset="0"/>
                <a:sym typeface="Calibri"/>
              </a:rPr>
              <a:t>PSL-IEOG2 Dataset</a:t>
            </a:r>
            <a:br>
              <a:rPr lang="en-US" sz="2200" b="0" dirty="0">
                <a:latin typeface="Times New Roman" panose="02020603050405020304" pitchFamily="18" charset="0"/>
                <a:cs typeface="Times New Roman" panose="02020603050405020304" pitchFamily="18" charset="0"/>
              </a:rPr>
            </a:br>
            <a:r>
              <a:rPr lang="en-US" sz="2000" b="0" i="0" u="none" strike="noStrike" dirty="0">
                <a:solidFill>
                  <a:srgbClr val="000000"/>
                </a:solidFill>
                <a:latin typeface="Times New Roman" panose="02020603050405020304" pitchFamily="18" charset="0"/>
                <a:cs typeface="Times New Roman" panose="02020603050405020304" pitchFamily="18" charset="0"/>
                <a:sym typeface="Calibri"/>
              </a:rPr>
              <a:t>The dataset is constructed by a device called PSL-IEOG2 and the details are as follows</a:t>
            </a:r>
            <a:r>
              <a:rPr lang="en-US" sz="1700" b="0" i="0" u="none" strike="noStrike" dirty="0">
                <a:solidFill>
                  <a:srgbClr val="000000"/>
                </a:solidFill>
                <a:latin typeface="Times New Roman" panose="02020603050405020304" pitchFamily="18" charset="0"/>
                <a:cs typeface="Times New Roman" panose="02020603050405020304" pitchFamily="18" charset="0"/>
                <a:sym typeface="Calibri"/>
              </a:rPr>
              <a:t>:</a:t>
            </a:r>
            <a:endParaRPr sz="1700" b="0" i="0" u="none" strike="noStrike" dirty="0">
              <a:solidFill>
                <a:srgbClr val="000000"/>
              </a:solidFill>
              <a:latin typeface="Times New Roman" panose="02020603050405020304" pitchFamily="18" charset="0"/>
              <a:ea typeface="Arial"/>
              <a:cs typeface="Times New Roman" panose="02020603050405020304" pitchFamily="18" charset="0"/>
              <a:sym typeface="Arial"/>
            </a:endParaRPr>
          </a:p>
          <a:p>
            <a:pPr marL="457200" lvl="0" indent="-406400" algn="l" rtl="0">
              <a:lnSpc>
                <a:spcPct val="90000"/>
              </a:lnSpc>
              <a:spcBef>
                <a:spcPts val="1035"/>
              </a:spcBef>
              <a:spcAft>
                <a:spcPts val="0"/>
              </a:spcAft>
              <a:buSzPts val="2400"/>
              <a:buNone/>
            </a:pPr>
            <a:endParaRPr sz="1700" dirty="0">
              <a:latin typeface="Times New Roman" panose="02020603050405020304" pitchFamily="18" charset="0"/>
              <a:cs typeface="Times New Roman" panose="02020603050405020304" pitchFamily="18" charset="0"/>
            </a:endParaRPr>
          </a:p>
          <a:p>
            <a:pPr marL="457200" lvl="0" indent="-406400" algn="l" rtl="0">
              <a:lnSpc>
                <a:spcPct val="90000"/>
              </a:lnSpc>
              <a:spcBef>
                <a:spcPts val="1035"/>
              </a:spcBef>
              <a:spcAft>
                <a:spcPts val="0"/>
              </a:spcAft>
              <a:buSzPts val="2400"/>
              <a:buNone/>
            </a:pPr>
            <a:endParaRPr sz="1700" dirty="0">
              <a:latin typeface="Times New Roman" panose="02020603050405020304" pitchFamily="18" charset="0"/>
              <a:cs typeface="Times New Roman" panose="02020603050405020304" pitchFamily="18" charset="0"/>
            </a:endParaRPr>
          </a:p>
          <a:p>
            <a:pPr marL="457200" lvl="0" indent="-406400" algn="l" rtl="0">
              <a:lnSpc>
                <a:spcPct val="90000"/>
              </a:lnSpc>
              <a:spcBef>
                <a:spcPts val="1035"/>
              </a:spcBef>
              <a:spcAft>
                <a:spcPts val="0"/>
              </a:spcAft>
              <a:buSzPts val="2400"/>
              <a:buNone/>
            </a:pPr>
            <a:endParaRPr sz="1700" dirty="0">
              <a:latin typeface="Times New Roman" panose="02020603050405020304" pitchFamily="18" charset="0"/>
              <a:cs typeface="Times New Roman" panose="02020603050405020304" pitchFamily="18" charset="0"/>
            </a:endParaRPr>
          </a:p>
          <a:p>
            <a:pPr marL="457200" lvl="0" indent="-406400" algn="l" rtl="0">
              <a:lnSpc>
                <a:spcPct val="90000"/>
              </a:lnSpc>
              <a:spcBef>
                <a:spcPts val="1035"/>
              </a:spcBef>
              <a:spcAft>
                <a:spcPts val="0"/>
              </a:spcAft>
              <a:buSzPts val="2400"/>
              <a:buNone/>
            </a:pPr>
            <a:endParaRPr sz="1700" dirty="0">
              <a:latin typeface="Times New Roman" panose="02020603050405020304" pitchFamily="18" charset="0"/>
              <a:cs typeface="Times New Roman" panose="02020603050405020304" pitchFamily="18" charset="0"/>
            </a:endParaRPr>
          </a:p>
          <a:p>
            <a:pPr marL="50800" lvl="0" indent="0" algn="l" rtl="0">
              <a:lnSpc>
                <a:spcPct val="90000"/>
              </a:lnSpc>
              <a:spcBef>
                <a:spcPts val="600"/>
              </a:spcBef>
              <a:spcAft>
                <a:spcPts val="0"/>
              </a:spcAft>
              <a:buSzPts val="2400"/>
              <a:buNone/>
            </a:pPr>
            <a:endParaRPr lang="en-US" sz="1700" b="1" i="0" u="none" strike="noStrike" dirty="0">
              <a:solidFill>
                <a:srgbClr val="000000"/>
              </a:solidFill>
              <a:latin typeface="Times New Roman" panose="02020603050405020304" pitchFamily="18" charset="0"/>
              <a:cs typeface="Times New Roman" panose="02020603050405020304" pitchFamily="18" charset="0"/>
              <a:sym typeface="Calibri"/>
            </a:endParaRPr>
          </a:p>
          <a:p>
            <a:pPr marL="50800" lvl="0" indent="0" algn="l" rtl="0">
              <a:lnSpc>
                <a:spcPct val="90000"/>
              </a:lnSpc>
              <a:spcBef>
                <a:spcPts val="600"/>
              </a:spcBef>
              <a:spcAft>
                <a:spcPts val="0"/>
              </a:spcAft>
              <a:buSzPts val="2400"/>
              <a:buNone/>
            </a:pPr>
            <a:endParaRPr lang="en-US" sz="1700" b="1" dirty="0">
              <a:solidFill>
                <a:srgbClr val="000000"/>
              </a:solidFill>
              <a:latin typeface="Times New Roman" panose="02020603050405020304" pitchFamily="18" charset="0"/>
              <a:cs typeface="Times New Roman" panose="02020603050405020304" pitchFamily="18" charset="0"/>
            </a:endParaRPr>
          </a:p>
          <a:p>
            <a:pPr marL="50800" lvl="0" indent="0" algn="l" rtl="0">
              <a:lnSpc>
                <a:spcPct val="90000"/>
              </a:lnSpc>
              <a:spcBef>
                <a:spcPts val="600"/>
              </a:spcBef>
              <a:spcAft>
                <a:spcPts val="0"/>
              </a:spcAft>
              <a:buSzPts val="2400"/>
              <a:buNone/>
            </a:pPr>
            <a:endParaRPr lang="en-US" sz="1700" b="1" i="0" u="none" strike="noStrike" dirty="0">
              <a:solidFill>
                <a:srgbClr val="000000"/>
              </a:solidFill>
              <a:latin typeface="Times New Roman" panose="02020603050405020304" pitchFamily="18" charset="0"/>
              <a:cs typeface="Times New Roman" panose="02020603050405020304" pitchFamily="18" charset="0"/>
              <a:sym typeface="Calibri"/>
            </a:endParaRPr>
          </a:p>
          <a:p>
            <a:pPr marL="50800" lvl="0" indent="0" algn="l" rtl="0">
              <a:lnSpc>
                <a:spcPct val="90000"/>
              </a:lnSpc>
              <a:spcBef>
                <a:spcPts val="600"/>
              </a:spcBef>
              <a:spcAft>
                <a:spcPts val="0"/>
              </a:spcAft>
              <a:buSzPts val="2400"/>
              <a:buNone/>
            </a:pPr>
            <a:r>
              <a:rPr lang="en-US" sz="1700" b="1" i="0" u="none" strike="noStrike" dirty="0">
                <a:solidFill>
                  <a:srgbClr val="000000"/>
                </a:solidFill>
                <a:latin typeface="Times New Roman" panose="02020603050405020304" pitchFamily="18" charset="0"/>
                <a:cs typeface="Times New Roman" panose="02020603050405020304" pitchFamily="18" charset="0"/>
                <a:sym typeface="Calibri"/>
              </a:rPr>
              <a:t>2. </a:t>
            </a:r>
            <a:r>
              <a:rPr lang="en-US" sz="2200" b="1" i="0" u="none" strike="noStrike" dirty="0">
                <a:solidFill>
                  <a:srgbClr val="000000"/>
                </a:solidFill>
                <a:latin typeface="Times New Roman" panose="02020603050405020304" pitchFamily="18" charset="0"/>
                <a:cs typeface="Times New Roman" panose="02020603050405020304" pitchFamily="18" charset="0"/>
                <a:sym typeface="Calibri"/>
              </a:rPr>
              <a:t>Software(PSL-DAQ RMSW):</a:t>
            </a:r>
            <a:endParaRPr sz="2200" b="1" i="0" u="none" strike="noStrike" dirty="0">
              <a:solidFill>
                <a:srgbClr val="000000"/>
              </a:solidFill>
              <a:latin typeface="Times New Roman" panose="02020603050405020304" pitchFamily="18" charset="0"/>
              <a:ea typeface="Arial"/>
              <a:cs typeface="Times New Roman" panose="02020603050405020304" pitchFamily="18" charset="0"/>
              <a:sym typeface="Arial"/>
            </a:endParaRPr>
          </a:p>
          <a:p>
            <a:pPr marL="457200" lvl="0" indent="-406400" algn="l" rtl="0">
              <a:lnSpc>
                <a:spcPct val="90000"/>
              </a:lnSpc>
              <a:spcBef>
                <a:spcPts val="600"/>
              </a:spcBef>
              <a:spcAft>
                <a:spcPts val="0"/>
              </a:spcAft>
              <a:buSzPts val="2400"/>
              <a:buFont typeface="Arial"/>
              <a:buChar char="•"/>
            </a:pPr>
            <a:r>
              <a:rPr lang="en-US" sz="2000" b="0" i="0" u="none" strike="noStrike" dirty="0">
                <a:solidFill>
                  <a:srgbClr val="000000"/>
                </a:solidFill>
                <a:latin typeface="Times New Roman" panose="02020603050405020304" pitchFamily="18" charset="0"/>
                <a:cs typeface="Times New Roman" panose="02020603050405020304" pitchFamily="18" charset="0"/>
                <a:sym typeface="Calibri"/>
              </a:rPr>
              <a:t>The software has two main screens DAQ View and Load View. </a:t>
            </a:r>
            <a:endParaRPr sz="2000" b="0" i="0" u="none" strike="noStrike" dirty="0">
              <a:solidFill>
                <a:srgbClr val="000000"/>
              </a:solidFill>
              <a:latin typeface="Times New Roman" panose="02020603050405020304" pitchFamily="18" charset="0"/>
              <a:ea typeface="Arial"/>
              <a:cs typeface="Times New Roman" panose="02020603050405020304" pitchFamily="18" charset="0"/>
              <a:sym typeface="Arial"/>
            </a:endParaRPr>
          </a:p>
          <a:p>
            <a:pPr lvl="0" algn="l">
              <a:spcBef>
                <a:spcPts val="600"/>
              </a:spcBef>
              <a:buFont typeface="Arial"/>
              <a:buChar char="•"/>
            </a:pPr>
            <a:r>
              <a:rPr lang="en-US" sz="2000" b="0" i="0" u="none" strike="noStrike" dirty="0">
                <a:solidFill>
                  <a:srgbClr val="000000"/>
                </a:solidFill>
                <a:latin typeface="Times New Roman" panose="02020603050405020304" pitchFamily="18" charset="0"/>
                <a:cs typeface="Times New Roman" panose="02020603050405020304" pitchFamily="18" charset="0"/>
                <a:sym typeface="Calibri"/>
              </a:rPr>
              <a:t>DAQ View screen monitors </a:t>
            </a:r>
            <a:r>
              <a:rPr lang="en-US" sz="2000" dirty="0">
                <a:solidFill>
                  <a:srgbClr val="000000"/>
                </a:solidFill>
                <a:latin typeface="Times New Roman" panose="02020603050405020304" pitchFamily="18" charset="0"/>
                <a:cs typeface="Times New Roman" panose="02020603050405020304" pitchFamily="18" charset="0"/>
              </a:rPr>
              <a:t>the two channels' signal generated </a:t>
            </a:r>
            <a:r>
              <a:rPr lang="en-US" sz="2000" b="0" i="0" u="none" strike="noStrike" dirty="0">
                <a:solidFill>
                  <a:srgbClr val="000000"/>
                </a:solidFill>
                <a:latin typeface="Times New Roman" panose="02020603050405020304" pitchFamily="18" charset="0"/>
                <a:cs typeface="Times New Roman" panose="02020603050405020304" pitchFamily="18" charset="0"/>
                <a:sym typeface="Calibri"/>
              </a:rPr>
              <a:t>by the PSL-DAQ unit in real-time. </a:t>
            </a:r>
            <a:endParaRPr sz="2000" b="0" i="0" u="none" strike="noStrike" dirty="0">
              <a:solidFill>
                <a:srgbClr val="000000"/>
              </a:solidFill>
              <a:latin typeface="Times New Roman" panose="02020603050405020304" pitchFamily="18" charset="0"/>
              <a:ea typeface="Arial"/>
              <a:cs typeface="Times New Roman" panose="02020603050405020304" pitchFamily="18" charset="0"/>
              <a:sym typeface="Arial"/>
            </a:endParaRPr>
          </a:p>
          <a:p>
            <a:pPr marL="457200" lvl="0" indent="-406400" algn="l" rtl="0">
              <a:lnSpc>
                <a:spcPct val="90000"/>
              </a:lnSpc>
              <a:spcBef>
                <a:spcPts val="600"/>
              </a:spcBef>
              <a:spcAft>
                <a:spcPts val="0"/>
              </a:spcAft>
              <a:buSzPts val="2400"/>
              <a:buFont typeface="Arial"/>
              <a:buChar char="•"/>
            </a:pPr>
            <a:r>
              <a:rPr lang="en-US" sz="2000" b="0" i="0" u="none" strike="noStrike" dirty="0">
                <a:solidFill>
                  <a:srgbClr val="000000"/>
                </a:solidFill>
                <a:latin typeface="Times New Roman" panose="02020603050405020304" pitchFamily="18" charset="0"/>
                <a:cs typeface="Times New Roman" panose="02020603050405020304" pitchFamily="18" charset="0"/>
                <a:sym typeface="Calibri"/>
              </a:rPr>
              <a:t>Load View is a screen to review and print the saved signal data.</a:t>
            </a:r>
            <a:endParaRPr sz="2000" b="0" i="0" u="none" strike="noStrike" dirty="0">
              <a:solidFill>
                <a:srgbClr val="000000"/>
              </a:solidFill>
              <a:latin typeface="Times New Roman" panose="02020603050405020304" pitchFamily="18" charset="0"/>
              <a:ea typeface="Arial"/>
              <a:cs typeface="Times New Roman" panose="02020603050405020304" pitchFamily="18" charset="0"/>
              <a:sym typeface="Arial"/>
            </a:endParaRPr>
          </a:p>
          <a:p>
            <a:pPr marL="457200" lvl="0" indent="-406400" algn="l" rtl="0">
              <a:lnSpc>
                <a:spcPct val="90000"/>
              </a:lnSpc>
              <a:spcBef>
                <a:spcPts val="1035"/>
              </a:spcBef>
              <a:spcAft>
                <a:spcPts val="0"/>
              </a:spcAft>
              <a:buSzPts val="2400"/>
              <a:buNone/>
            </a:pPr>
            <a:endParaRPr sz="3309" dirty="0"/>
          </a:p>
          <a:p>
            <a:pPr marL="457200" lvl="0" indent="-406400" algn="l" rtl="0">
              <a:lnSpc>
                <a:spcPct val="90000"/>
              </a:lnSpc>
              <a:spcBef>
                <a:spcPts val="1035"/>
              </a:spcBef>
              <a:spcAft>
                <a:spcPts val="0"/>
              </a:spcAft>
              <a:buSzPts val="2400"/>
              <a:buNone/>
            </a:pPr>
            <a:endParaRPr sz="3309" dirty="0"/>
          </a:p>
          <a:p>
            <a:pPr marL="457200" lvl="0" indent="-406400" algn="l" rtl="0">
              <a:lnSpc>
                <a:spcPct val="90000"/>
              </a:lnSpc>
              <a:spcBef>
                <a:spcPts val="1035"/>
              </a:spcBef>
              <a:spcAft>
                <a:spcPts val="0"/>
              </a:spcAft>
              <a:buSzPts val="2400"/>
              <a:buNone/>
            </a:pPr>
            <a:endParaRPr sz="3309" dirty="0"/>
          </a:p>
          <a:p>
            <a:pPr marL="457200" lvl="0" indent="-406400" algn="l" rtl="0">
              <a:lnSpc>
                <a:spcPct val="90000"/>
              </a:lnSpc>
              <a:spcBef>
                <a:spcPts val="1035"/>
              </a:spcBef>
              <a:spcAft>
                <a:spcPts val="0"/>
              </a:spcAft>
              <a:buSzPts val="2400"/>
              <a:buNone/>
            </a:pPr>
            <a:endParaRPr sz="3309" dirty="0"/>
          </a:p>
        </p:txBody>
      </p:sp>
      <p:sp>
        <p:nvSpPr>
          <p:cNvPr id="176" name="Google Shape;176;p11"/>
          <p:cNvSpPr txBox="1">
            <a:spLocks noGrp="1"/>
          </p:cNvSpPr>
          <p:nvPr>
            <p:ph type="sldNum" idx="12"/>
          </p:nvPr>
        </p:nvSpPr>
        <p:spPr>
          <a:xfrm>
            <a:off x="8610603" y="6356361"/>
            <a:ext cx="2743201" cy="36512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11</a:t>
            </a:fld>
            <a:endParaRPr/>
          </a:p>
        </p:txBody>
      </p:sp>
      <p:pic>
        <p:nvPicPr>
          <p:cNvPr id="178" name="Google Shape;178;p11"/>
          <p:cNvPicPr preferRelativeResize="0"/>
          <p:nvPr/>
        </p:nvPicPr>
        <p:blipFill rotWithShape="1">
          <a:blip r:embed="rId3">
            <a:alphaModFix/>
          </a:blip>
          <a:srcRect/>
          <a:stretch/>
        </p:blipFill>
        <p:spPr>
          <a:xfrm>
            <a:off x="1868995" y="2199750"/>
            <a:ext cx="6431651" cy="1867900"/>
          </a:xfrm>
          <a:prstGeom prst="rect">
            <a:avLst/>
          </a:prstGeom>
          <a:noFill/>
          <a:ln>
            <a:noFill/>
          </a:ln>
        </p:spPr>
      </p:pic>
      <p:pic>
        <p:nvPicPr>
          <p:cNvPr id="179" name="Google Shape;179;p11"/>
          <p:cNvPicPr preferRelativeResize="0"/>
          <p:nvPr/>
        </p:nvPicPr>
        <p:blipFill rotWithShape="1">
          <a:blip r:embed="rId4">
            <a:alphaModFix/>
          </a:blip>
          <a:srcRect/>
          <a:stretch/>
        </p:blipFill>
        <p:spPr>
          <a:xfrm>
            <a:off x="10718814" y="-45177"/>
            <a:ext cx="1431284" cy="1334344"/>
          </a:xfrm>
          <a:prstGeom prst="rect">
            <a:avLst/>
          </a:prstGeom>
          <a:noFill/>
          <a:ln>
            <a:noFill/>
          </a:ln>
        </p:spPr>
      </p:pic>
      <p:pic>
        <p:nvPicPr>
          <p:cNvPr id="180" name="Google Shape;180;p11"/>
          <p:cNvPicPr preferRelativeResize="0"/>
          <p:nvPr/>
        </p:nvPicPr>
        <p:blipFill rotWithShape="1">
          <a:blip r:embed="rId5">
            <a:alphaModFix/>
          </a:blip>
          <a:srcRect/>
          <a:stretch/>
        </p:blipFill>
        <p:spPr>
          <a:xfrm>
            <a:off x="10267807" y="427899"/>
            <a:ext cx="1491562" cy="1341907"/>
          </a:xfrm>
          <a:prstGeom prst="rect">
            <a:avLst/>
          </a:prstGeom>
          <a:noFill/>
          <a:ln>
            <a:noFill/>
          </a:ln>
        </p:spPr>
      </p:pic>
      <p:cxnSp>
        <p:nvCxnSpPr>
          <p:cNvPr id="9" name="Google Shape;130;p6"/>
          <p:cNvCxnSpPr/>
          <p:nvPr/>
        </p:nvCxnSpPr>
        <p:spPr>
          <a:xfrm>
            <a:off x="114685" y="772319"/>
            <a:ext cx="2946764" cy="5736"/>
          </a:xfrm>
          <a:prstGeom prst="straightConnector1">
            <a:avLst/>
          </a:prstGeom>
          <a:noFill/>
          <a:ln w="38100" cap="flat" cmpd="sng">
            <a:solidFill>
              <a:srgbClr val="FA6690"/>
            </a:solidFill>
            <a:prstDash val="solid"/>
            <a:round/>
            <a:headEnd type="none" w="sm" len="sm"/>
            <a:tailEnd type="none" w="sm" len="sm"/>
          </a:ln>
          <a:effectLst>
            <a:outerShdw blurRad="40000" dist="23000" dir="5400000" rotWithShape="0">
              <a:srgbClr val="000000">
                <a:alpha val="34901"/>
              </a:srgbClr>
            </a:outerShdw>
          </a:effectLst>
        </p:spPr>
      </p:cxnSp>
    </p:spTree>
  </p:cSld>
  <p:clrMapOvr>
    <a:masterClrMapping/>
  </p:clrMapOvr>
  <p:transition spd="slow">
    <p:randomBar dir="ver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17"/>
          <p:cNvSpPr txBox="1">
            <a:spLocks noGrp="1"/>
          </p:cNvSpPr>
          <p:nvPr>
            <p:ph type="subTitle" idx="1"/>
          </p:nvPr>
        </p:nvSpPr>
        <p:spPr>
          <a:xfrm>
            <a:off x="179615" y="-120103"/>
            <a:ext cx="7600543" cy="5882412"/>
          </a:xfrm>
          <a:prstGeom prst="rect">
            <a:avLst/>
          </a:prstGeom>
          <a:noFill/>
          <a:ln>
            <a:noFill/>
          </a:ln>
        </p:spPr>
        <p:txBody>
          <a:bodyPr spcFirstLastPara="1" wrap="square" lIns="91425" tIns="45700" rIns="91425" bIns="45700" anchor="t" anchorCtr="0">
            <a:noAutofit/>
          </a:bodyPr>
          <a:lstStyle/>
          <a:p>
            <a:pPr marL="457200" lvl="0" indent="-406400" algn="l" rtl="0">
              <a:lnSpc>
                <a:spcPct val="90000"/>
              </a:lnSpc>
              <a:spcBef>
                <a:spcPts val="1035"/>
              </a:spcBef>
              <a:spcAft>
                <a:spcPts val="0"/>
              </a:spcAft>
              <a:buSzPts val="2400"/>
              <a:buNone/>
            </a:pPr>
            <a:endParaRPr sz="2898" b="1" dirty="0">
              <a:solidFill>
                <a:srgbClr val="385623"/>
              </a:solidFill>
              <a:latin typeface="Times New Roman"/>
              <a:ea typeface="Times New Roman"/>
              <a:cs typeface="Times New Roman"/>
              <a:sym typeface="Times New Roman"/>
            </a:endParaRPr>
          </a:p>
          <a:p>
            <a:pPr marL="0" lvl="0" indent="0" algn="l" rtl="0">
              <a:lnSpc>
                <a:spcPct val="90000"/>
              </a:lnSpc>
              <a:spcBef>
                <a:spcPts val="1035"/>
              </a:spcBef>
              <a:spcAft>
                <a:spcPts val="0"/>
              </a:spcAft>
              <a:buSzPts val="2400"/>
              <a:buNone/>
            </a:pPr>
            <a:r>
              <a:rPr lang="en-US" sz="3500" b="1" dirty="0">
                <a:solidFill>
                  <a:srgbClr val="FA6690"/>
                </a:solidFill>
                <a:latin typeface="Times New Roman"/>
                <a:ea typeface="Times New Roman"/>
                <a:cs typeface="Times New Roman"/>
                <a:sym typeface="Times New Roman"/>
              </a:rPr>
              <a:t>System</a:t>
            </a:r>
            <a:r>
              <a:rPr lang="en-US" sz="3313" b="1" dirty="0">
                <a:solidFill>
                  <a:srgbClr val="FA6671"/>
                </a:solidFill>
                <a:latin typeface="Times New Roman"/>
                <a:ea typeface="Times New Roman"/>
                <a:cs typeface="Times New Roman"/>
                <a:sym typeface="Times New Roman"/>
              </a:rPr>
              <a:t> </a:t>
            </a:r>
            <a:r>
              <a:rPr lang="en-US" sz="3500" b="1" dirty="0">
                <a:solidFill>
                  <a:srgbClr val="FA6690"/>
                </a:solidFill>
                <a:latin typeface="Times New Roman"/>
                <a:ea typeface="Times New Roman"/>
                <a:cs typeface="Times New Roman"/>
                <a:sym typeface="Times New Roman"/>
              </a:rPr>
              <a:t>Flow</a:t>
            </a:r>
            <a:endParaRPr sz="3500" b="1" dirty="0">
              <a:solidFill>
                <a:srgbClr val="FA6690"/>
              </a:solidFill>
              <a:latin typeface="Times New Roman"/>
              <a:ea typeface="Times New Roman"/>
              <a:cs typeface="Times New Roman"/>
              <a:sym typeface="Times New Roman"/>
            </a:endParaRPr>
          </a:p>
          <a:p>
            <a:pPr marL="52581" lvl="0" indent="0" algn="l" rtl="0">
              <a:lnSpc>
                <a:spcPct val="90000"/>
              </a:lnSpc>
              <a:spcBef>
                <a:spcPts val="1035"/>
              </a:spcBef>
              <a:spcAft>
                <a:spcPts val="0"/>
              </a:spcAft>
              <a:buSzPts val="2400"/>
              <a:buNone/>
            </a:pPr>
            <a:endParaRPr sz="726" dirty="0">
              <a:latin typeface="Times New Roman"/>
              <a:ea typeface="Times New Roman"/>
              <a:cs typeface="Times New Roman"/>
              <a:sym typeface="Times New Roman"/>
            </a:endParaRPr>
          </a:p>
        </p:txBody>
      </p:sp>
      <p:sp>
        <p:nvSpPr>
          <p:cNvPr id="259" name="Google Shape;259;p17"/>
          <p:cNvSpPr txBox="1">
            <a:spLocks noGrp="1"/>
          </p:cNvSpPr>
          <p:nvPr>
            <p:ph type="sldNum" idx="12"/>
          </p:nvPr>
        </p:nvSpPr>
        <p:spPr>
          <a:xfrm>
            <a:off x="8610603" y="6356361"/>
            <a:ext cx="2743201" cy="36512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12</a:t>
            </a:fld>
            <a:endParaRPr/>
          </a:p>
        </p:txBody>
      </p:sp>
      <p:sp>
        <p:nvSpPr>
          <p:cNvPr id="260" name="Google Shape;260;p17"/>
          <p:cNvSpPr/>
          <p:nvPr/>
        </p:nvSpPr>
        <p:spPr>
          <a:xfrm rot="-3320325" flipH="1">
            <a:off x="9722411" y="329903"/>
            <a:ext cx="1773207" cy="1591189"/>
          </a:xfrm>
          <a:prstGeom prst="triangle">
            <a:avLst>
              <a:gd name="adj" fmla="val 50000"/>
            </a:avLst>
          </a:prstGeom>
          <a:solidFill>
            <a:srgbClr val="AEABAB"/>
          </a:solidFill>
          <a:ln>
            <a:noFill/>
          </a:ln>
        </p:spPr>
        <p:txBody>
          <a:bodyPr spcFirstLastPara="1" wrap="square" lIns="94625" tIns="47300" rIns="94625" bIns="47300" anchor="ctr" anchorCtr="0">
            <a:noAutofit/>
          </a:bodyPr>
          <a:lstStyle/>
          <a:p>
            <a:pPr marL="0" marR="0" lvl="0" indent="0" algn="ctr" rtl="0">
              <a:lnSpc>
                <a:spcPct val="100000"/>
              </a:lnSpc>
              <a:spcBef>
                <a:spcPts val="0"/>
              </a:spcBef>
              <a:spcAft>
                <a:spcPts val="0"/>
              </a:spcAft>
              <a:buNone/>
            </a:pPr>
            <a:endParaRPr sz="1862" b="0" i="0" u="none" strike="noStrike" cap="none">
              <a:solidFill>
                <a:schemeClr val="lt1"/>
              </a:solidFill>
              <a:latin typeface="Calibri"/>
              <a:ea typeface="Calibri"/>
              <a:cs typeface="Calibri"/>
              <a:sym typeface="Calibri"/>
            </a:endParaRPr>
          </a:p>
        </p:txBody>
      </p:sp>
      <p:sp>
        <p:nvSpPr>
          <p:cNvPr id="261" name="Google Shape;261;p17"/>
          <p:cNvSpPr/>
          <p:nvPr/>
        </p:nvSpPr>
        <p:spPr>
          <a:xfrm rot="-7712071" flipH="1">
            <a:off x="10617844" y="287585"/>
            <a:ext cx="1467250" cy="1362215"/>
          </a:xfrm>
          <a:prstGeom prst="triangle">
            <a:avLst>
              <a:gd name="adj" fmla="val 50000"/>
            </a:avLst>
          </a:prstGeom>
          <a:solidFill>
            <a:srgbClr val="FA6690"/>
          </a:solidFill>
          <a:ln>
            <a:noFill/>
          </a:ln>
        </p:spPr>
        <p:txBody>
          <a:bodyPr spcFirstLastPara="1" wrap="square" lIns="94625" tIns="47300" rIns="94625" bIns="47300" anchor="ctr" anchorCtr="0">
            <a:noAutofit/>
          </a:bodyPr>
          <a:lstStyle/>
          <a:p>
            <a:pPr marL="0" marR="0" lvl="0" indent="0" algn="ctr" rtl="0">
              <a:lnSpc>
                <a:spcPct val="100000"/>
              </a:lnSpc>
              <a:spcBef>
                <a:spcPts val="0"/>
              </a:spcBef>
              <a:spcAft>
                <a:spcPts val="0"/>
              </a:spcAft>
              <a:buNone/>
            </a:pPr>
            <a:endParaRPr sz="1862" b="0" i="0" u="none" strike="noStrike" cap="none">
              <a:solidFill>
                <a:schemeClr val="lt1"/>
              </a:solidFill>
              <a:latin typeface="Calibri"/>
              <a:ea typeface="Calibri"/>
              <a:cs typeface="Calibri"/>
              <a:sym typeface="Calibri"/>
            </a:endParaRPr>
          </a:p>
        </p:txBody>
      </p:sp>
      <p:sp>
        <p:nvSpPr>
          <p:cNvPr id="262" name="Google Shape;262;p17"/>
          <p:cNvSpPr txBox="1"/>
          <p:nvPr/>
        </p:nvSpPr>
        <p:spPr>
          <a:xfrm>
            <a:off x="179613" y="1843599"/>
            <a:ext cx="11717452" cy="4739661"/>
          </a:xfrm>
          <a:prstGeom prst="rect">
            <a:avLst/>
          </a:prstGeom>
          <a:noFill/>
          <a:ln>
            <a:noFill/>
          </a:ln>
        </p:spPr>
        <p:txBody>
          <a:bodyPr spcFirstLastPara="1" wrap="square" lIns="94625" tIns="47300" rIns="94625" bIns="47300" anchor="t" anchorCtr="0">
            <a:noAutofit/>
          </a:bodyPr>
          <a:lstStyle/>
          <a:p>
            <a:pPr marL="354920" marR="0" lvl="0" indent="-354920" algn="l" rtl="0">
              <a:lnSpc>
                <a:spcPct val="90000"/>
              </a:lnSpc>
              <a:spcBef>
                <a:spcPts val="1000"/>
              </a:spcBef>
              <a:spcAft>
                <a:spcPts val="0"/>
              </a:spcAft>
              <a:buClr>
                <a:schemeClr val="dk1"/>
              </a:buClr>
              <a:buSzPts val="2400"/>
              <a:buFont typeface="Noto Sans Symbols"/>
              <a:buChar char="⮚"/>
            </a:pPr>
            <a:r>
              <a:rPr lang="en-US" sz="2500" b="1" i="0" u="sng" strike="noStrike" cap="none" dirty="0">
                <a:solidFill>
                  <a:schemeClr val="dk1"/>
                </a:solidFill>
                <a:latin typeface="Times New Roman" panose="02020603050405020304" pitchFamily="18" charset="0"/>
                <a:ea typeface="Calibri"/>
                <a:cs typeface="Times New Roman" panose="02020603050405020304" pitchFamily="18" charset="0"/>
                <a:sym typeface="Calibri"/>
              </a:rPr>
              <a:t>PSL-IEOG2 Dataset</a:t>
            </a:r>
            <a:endParaRPr sz="2500" b="0" i="0" u="sng" strike="noStrike" cap="none" dirty="0">
              <a:solidFill>
                <a:schemeClr val="dk1"/>
              </a:solidFill>
              <a:latin typeface="Times New Roman" panose="02020603050405020304" pitchFamily="18" charset="0"/>
              <a:ea typeface="Calibri"/>
              <a:cs typeface="Times New Roman" panose="02020603050405020304" pitchFamily="18" charset="0"/>
              <a:sym typeface="Calibri"/>
            </a:endParaRPr>
          </a:p>
          <a:p>
            <a:pPr marL="277692" marR="0" lvl="0" indent="-277692" algn="just" rtl="0">
              <a:lnSpc>
                <a:spcPct val="100000"/>
              </a:lnSpc>
              <a:spcBef>
                <a:spcPts val="1621"/>
              </a:spcBef>
              <a:spcAft>
                <a:spcPts val="0"/>
              </a:spcAft>
              <a:buClr>
                <a:schemeClr val="dk1"/>
              </a:buClr>
              <a:buSzPts val="2400"/>
              <a:buFont typeface="Arial"/>
              <a:buNone/>
            </a:pPr>
            <a:r>
              <a:rPr lang="en-US" sz="2000"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    The dataset is constructed the 50 healthy subjects with normal vision. The total number is 500 signals (horizontal &amp; vertical). The signal is recorded by giving a set of commands in the following order: up, down, right, left, double blinking, and center. The data for each class is divided into five groups (4 groups for training and the fifth one for testing) resulting in five trials.</a:t>
            </a:r>
            <a:endParaRPr sz="2000" dirty="0">
              <a:latin typeface="Times New Roman" panose="02020603050405020304" pitchFamily="18" charset="0"/>
              <a:cs typeface="Times New Roman" panose="02020603050405020304" pitchFamily="18" charset="0"/>
            </a:endParaRPr>
          </a:p>
          <a:p>
            <a:pPr marL="354920" marR="0" lvl="0" indent="-354920" algn="l" rtl="0">
              <a:lnSpc>
                <a:spcPct val="90000"/>
              </a:lnSpc>
              <a:spcBef>
                <a:spcPts val="1621"/>
              </a:spcBef>
              <a:spcAft>
                <a:spcPts val="0"/>
              </a:spcAft>
              <a:buClr>
                <a:schemeClr val="dk1"/>
              </a:buClr>
              <a:buSzPts val="2400"/>
              <a:buFont typeface="Noto Sans Symbols"/>
              <a:buChar char="⮚"/>
            </a:pPr>
            <a:r>
              <a:rPr lang="en-US" sz="2500" b="1" i="0" u="sng" strike="noStrike" cap="none" dirty="0">
                <a:solidFill>
                  <a:schemeClr val="dk1"/>
                </a:solidFill>
                <a:latin typeface="Times New Roman" panose="02020603050405020304" pitchFamily="18" charset="0"/>
                <a:ea typeface="Calibri"/>
                <a:cs typeface="Times New Roman" panose="02020603050405020304" pitchFamily="18" charset="0"/>
                <a:sym typeface="Calibri"/>
              </a:rPr>
              <a:t>PSL-IEOG2 Dataset  </a:t>
            </a:r>
            <a:r>
              <a:rPr lang="en-US" sz="2500" b="1" i="0" u="sng" strike="noStrike" cap="none" dirty="0">
                <a:solidFill>
                  <a:srgbClr val="FA6671"/>
                </a:solidFill>
                <a:latin typeface="Times New Roman" panose="02020603050405020304" pitchFamily="18" charset="0"/>
                <a:ea typeface="Calibri"/>
                <a:cs typeface="Times New Roman" panose="02020603050405020304" pitchFamily="18" charset="0"/>
                <a:sym typeface="Calibri"/>
              </a:rPr>
              <a:t>(</a:t>
            </a:r>
            <a:r>
              <a:rPr lang="en-US" sz="2500" b="1" u="sng" dirty="0">
                <a:solidFill>
                  <a:srgbClr val="FA6690"/>
                </a:solidFill>
                <a:latin typeface="Times New Roman" panose="02020603050405020304" pitchFamily="18" charset="0"/>
                <a:ea typeface="Times New Roman"/>
                <a:cs typeface="Times New Roman" panose="02020603050405020304" pitchFamily="18" charset="0"/>
                <a:sym typeface="Calibri"/>
              </a:rPr>
              <a:t>Newly</a:t>
            </a:r>
            <a:r>
              <a:rPr lang="en-US" sz="2500" b="1" i="0" u="sng" strike="noStrike" cap="none" dirty="0">
                <a:solidFill>
                  <a:srgbClr val="FA6671"/>
                </a:solidFill>
                <a:latin typeface="Times New Roman" panose="02020603050405020304" pitchFamily="18" charset="0"/>
                <a:ea typeface="Calibri"/>
                <a:cs typeface="Times New Roman" panose="02020603050405020304" pitchFamily="18" charset="0"/>
                <a:sym typeface="Calibri"/>
              </a:rPr>
              <a:t> </a:t>
            </a:r>
            <a:r>
              <a:rPr lang="en-US" sz="2500" b="1" u="sng" dirty="0">
                <a:solidFill>
                  <a:srgbClr val="FA6690"/>
                </a:solidFill>
                <a:latin typeface="Times New Roman" panose="02020603050405020304" pitchFamily="18" charset="0"/>
                <a:ea typeface="Times New Roman"/>
                <a:cs typeface="Times New Roman" panose="02020603050405020304" pitchFamily="18" charset="0"/>
                <a:sym typeface="Calibri"/>
              </a:rPr>
              <a:t>constructed</a:t>
            </a:r>
            <a:r>
              <a:rPr lang="en-US" sz="2500" b="1" u="sng" dirty="0">
                <a:solidFill>
                  <a:srgbClr val="FA6671"/>
                </a:solidFill>
                <a:latin typeface="Times New Roman" panose="02020603050405020304" pitchFamily="18" charset="0"/>
                <a:ea typeface="Times New Roman"/>
                <a:cs typeface="Times New Roman" panose="02020603050405020304" pitchFamily="18" charset="0"/>
                <a:sym typeface="Calibri"/>
              </a:rPr>
              <a:t>)</a:t>
            </a:r>
            <a:endParaRPr sz="2500" b="0" i="0" u="sng" strike="noStrike" cap="none" dirty="0">
              <a:solidFill>
                <a:srgbClr val="FA6671"/>
              </a:solidFill>
              <a:latin typeface="Times New Roman" panose="02020603050405020304" pitchFamily="18" charset="0"/>
              <a:ea typeface="Calibri"/>
              <a:cs typeface="Times New Roman" panose="02020603050405020304" pitchFamily="18" charset="0"/>
              <a:sym typeface="Calibri"/>
            </a:endParaRPr>
          </a:p>
          <a:p>
            <a:pPr marL="277692" marR="0" lvl="0" indent="0" algn="just" rtl="0">
              <a:lnSpc>
                <a:spcPct val="100000"/>
              </a:lnSpc>
              <a:spcBef>
                <a:spcPts val="1621"/>
              </a:spcBef>
              <a:spcAft>
                <a:spcPts val="0"/>
              </a:spcAft>
              <a:buClr>
                <a:schemeClr val="dk1"/>
              </a:buClr>
              <a:buSzPts val="2400"/>
              <a:buFont typeface="Arial"/>
              <a:buNone/>
            </a:pPr>
            <a:r>
              <a:rPr lang="en-US" sz="2000"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The data has been increased by registering 15 people so far and it was added to the old dataset after making results from the new dataset. Each person registered 10 times. The total number is 150 signals (horizontal &amp; vertical). The data for each class is divided into 75% train and 25% test resulting in four trials. In order to get better results in </a:t>
            </a:r>
            <a:r>
              <a:rPr lang="en-US" sz="2000" dirty="0">
                <a:solidFill>
                  <a:schemeClr val="dk1"/>
                </a:solidFill>
                <a:latin typeface="Times New Roman" panose="02020603050405020304" pitchFamily="18" charset="0"/>
                <a:ea typeface="Times New Roman"/>
                <a:cs typeface="Times New Roman" panose="02020603050405020304" pitchFamily="18" charset="0"/>
                <a:sym typeface="Times New Roman"/>
              </a:rPr>
              <a:t>a</a:t>
            </a:r>
            <a:r>
              <a:rPr lang="en-US" sz="2000"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ccuracy but we used electrodes that are not as efficient as the electrodes that were recorded, and the dataset collected before.</a:t>
            </a:r>
            <a:endParaRPr sz="2000" dirty="0">
              <a:latin typeface="Times New Roman" panose="02020603050405020304" pitchFamily="18" charset="0"/>
              <a:cs typeface="Times New Roman" panose="02020603050405020304" pitchFamily="18" charset="0"/>
            </a:endParaRPr>
          </a:p>
          <a:p>
            <a:pPr marL="277692" marR="0" lvl="0" indent="-277692" algn="just" rtl="0">
              <a:lnSpc>
                <a:spcPct val="100000"/>
              </a:lnSpc>
              <a:spcBef>
                <a:spcPts val="1621"/>
              </a:spcBef>
              <a:spcAft>
                <a:spcPts val="0"/>
              </a:spcAft>
              <a:buClr>
                <a:schemeClr val="dk1"/>
              </a:buClr>
              <a:buSzPts val="2400"/>
              <a:buFont typeface="Arial"/>
              <a:buNone/>
            </a:pPr>
            <a:endParaRPr sz="1862"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l" rtl="0">
              <a:lnSpc>
                <a:spcPct val="90000"/>
              </a:lnSpc>
              <a:spcBef>
                <a:spcPts val="1621"/>
              </a:spcBef>
              <a:spcAft>
                <a:spcPts val="621"/>
              </a:spcAft>
              <a:buClr>
                <a:schemeClr val="dk1"/>
              </a:buClr>
              <a:buSzPts val="2400"/>
              <a:buFont typeface="Arial"/>
              <a:buNone/>
            </a:pPr>
            <a:endParaRPr sz="2069"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endParaRPr>
          </a:p>
        </p:txBody>
      </p:sp>
      <p:pic>
        <p:nvPicPr>
          <p:cNvPr id="263" name="Google Shape;263;p17"/>
          <p:cNvPicPr preferRelativeResize="0"/>
          <p:nvPr/>
        </p:nvPicPr>
        <p:blipFill rotWithShape="1">
          <a:blip r:embed="rId3">
            <a:alphaModFix/>
          </a:blip>
          <a:srcRect l="11542" t="11833" r="13304"/>
          <a:stretch/>
        </p:blipFill>
        <p:spPr>
          <a:xfrm>
            <a:off x="10609014" y="725414"/>
            <a:ext cx="872441" cy="879698"/>
          </a:xfrm>
          <a:prstGeom prst="rect">
            <a:avLst/>
          </a:prstGeom>
          <a:noFill/>
          <a:ln>
            <a:noFill/>
          </a:ln>
        </p:spPr>
      </p:pic>
      <p:sp>
        <p:nvSpPr>
          <p:cNvPr id="9" name="Google Shape;190;p12"/>
          <p:cNvSpPr txBox="1">
            <a:spLocks noGrp="1"/>
          </p:cNvSpPr>
          <p:nvPr>
            <p:ph type="ctrTitle"/>
          </p:nvPr>
        </p:nvSpPr>
        <p:spPr>
          <a:xfrm>
            <a:off x="179613" y="1227873"/>
            <a:ext cx="3213084" cy="554802"/>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SzPts val="6000"/>
              <a:buNone/>
            </a:pPr>
            <a:r>
              <a:rPr lang="en-US" sz="3300" b="1" u="sng" dirty="0">
                <a:solidFill>
                  <a:schemeClr val="dk1"/>
                </a:solidFill>
                <a:latin typeface="Times New Roman" panose="02020603050405020304" pitchFamily="18" charset="0"/>
                <a:cs typeface="Times New Roman" panose="02020603050405020304" pitchFamily="18" charset="0"/>
              </a:rPr>
              <a:t>Dataset</a:t>
            </a:r>
            <a:endParaRPr sz="3300" dirty="0">
              <a:latin typeface="Times New Roman" panose="02020603050405020304" pitchFamily="18" charset="0"/>
              <a:cs typeface="Times New Roman" panose="02020603050405020304" pitchFamily="18" charset="0"/>
            </a:endParaRPr>
          </a:p>
        </p:txBody>
      </p:sp>
      <p:cxnSp>
        <p:nvCxnSpPr>
          <p:cNvPr id="11" name="Google Shape;130;p6"/>
          <p:cNvCxnSpPr/>
          <p:nvPr/>
        </p:nvCxnSpPr>
        <p:spPr>
          <a:xfrm>
            <a:off x="179613" y="1161213"/>
            <a:ext cx="2946764" cy="5736"/>
          </a:xfrm>
          <a:prstGeom prst="straightConnector1">
            <a:avLst/>
          </a:prstGeom>
          <a:noFill/>
          <a:ln w="38100" cap="flat" cmpd="sng">
            <a:solidFill>
              <a:srgbClr val="FA6690"/>
            </a:solidFill>
            <a:prstDash val="solid"/>
            <a:round/>
            <a:headEnd type="none" w="sm" len="sm"/>
            <a:tailEnd type="none" w="sm" len="sm"/>
          </a:ln>
          <a:effectLst>
            <a:outerShdw blurRad="40000" dist="23000" dir="5400000" rotWithShape="0">
              <a:srgbClr val="000000">
                <a:alpha val="34901"/>
              </a:srgbClr>
            </a:outerShdw>
          </a:effectLst>
        </p:spPr>
      </p:cxnSp>
    </p:spTree>
  </p:cSld>
  <p:clrMapOvr>
    <a:masterClrMapping/>
  </p:clrMapOvr>
  <p:transition spd="slow">
    <p:push/>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12"/>
          <p:cNvSpPr txBox="1">
            <a:spLocks noGrp="1"/>
          </p:cNvSpPr>
          <p:nvPr>
            <p:ph type="subTitle" idx="1"/>
          </p:nvPr>
        </p:nvSpPr>
        <p:spPr>
          <a:xfrm>
            <a:off x="179615" y="-120103"/>
            <a:ext cx="7600543" cy="5882412"/>
          </a:xfrm>
          <a:prstGeom prst="rect">
            <a:avLst/>
          </a:prstGeom>
          <a:noFill/>
          <a:ln>
            <a:noFill/>
          </a:ln>
        </p:spPr>
        <p:txBody>
          <a:bodyPr spcFirstLastPara="1" wrap="square" lIns="91425" tIns="45700" rIns="91425" bIns="45700" anchor="t" anchorCtr="0">
            <a:noAutofit/>
          </a:bodyPr>
          <a:lstStyle/>
          <a:p>
            <a:pPr marL="457200" lvl="0" indent="-406400" algn="l" rtl="0">
              <a:lnSpc>
                <a:spcPct val="90000"/>
              </a:lnSpc>
              <a:spcBef>
                <a:spcPts val="1035"/>
              </a:spcBef>
              <a:spcAft>
                <a:spcPts val="0"/>
              </a:spcAft>
              <a:buSzPts val="2400"/>
              <a:buNone/>
            </a:pPr>
            <a:endParaRPr sz="2898" b="1" dirty="0">
              <a:solidFill>
                <a:srgbClr val="385623"/>
              </a:solidFill>
              <a:latin typeface="Times New Roman"/>
              <a:ea typeface="Times New Roman"/>
              <a:cs typeface="Times New Roman"/>
              <a:sym typeface="Times New Roman"/>
            </a:endParaRPr>
          </a:p>
          <a:p>
            <a:pPr marL="0" lvl="0" indent="0" algn="l" rtl="0">
              <a:lnSpc>
                <a:spcPct val="90000"/>
              </a:lnSpc>
              <a:spcBef>
                <a:spcPts val="1035"/>
              </a:spcBef>
              <a:spcAft>
                <a:spcPts val="0"/>
              </a:spcAft>
              <a:buSzPts val="2400"/>
              <a:buNone/>
            </a:pPr>
            <a:r>
              <a:rPr lang="en-US" sz="3500" b="1" dirty="0">
                <a:solidFill>
                  <a:srgbClr val="FA6690"/>
                </a:solidFill>
                <a:latin typeface="Times New Roman"/>
                <a:ea typeface="Times New Roman"/>
                <a:cs typeface="Times New Roman"/>
                <a:sym typeface="Times New Roman"/>
              </a:rPr>
              <a:t>System</a:t>
            </a:r>
            <a:r>
              <a:rPr lang="en-US" sz="3313" b="1" dirty="0">
                <a:solidFill>
                  <a:srgbClr val="FA6671"/>
                </a:solidFill>
                <a:latin typeface="Times New Roman"/>
                <a:ea typeface="Times New Roman"/>
                <a:cs typeface="Times New Roman"/>
                <a:sym typeface="Times New Roman"/>
              </a:rPr>
              <a:t> </a:t>
            </a:r>
            <a:r>
              <a:rPr lang="en-US" sz="3500" b="1" dirty="0">
                <a:solidFill>
                  <a:srgbClr val="FA6690"/>
                </a:solidFill>
                <a:latin typeface="Times New Roman"/>
                <a:ea typeface="Times New Roman"/>
                <a:cs typeface="Times New Roman"/>
                <a:sym typeface="Times New Roman"/>
              </a:rPr>
              <a:t>Flow</a:t>
            </a:r>
            <a:endParaRPr sz="3500" b="1" dirty="0">
              <a:solidFill>
                <a:srgbClr val="FA6690"/>
              </a:solidFill>
              <a:latin typeface="Times New Roman"/>
              <a:ea typeface="Times New Roman"/>
              <a:cs typeface="Times New Roman"/>
            </a:endParaRPr>
          </a:p>
          <a:p>
            <a:pPr marL="0" lvl="0" indent="0" algn="l" rtl="0">
              <a:lnSpc>
                <a:spcPct val="90000"/>
              </a:lnSpc>
              <a:spcBef>
                <a:spcPts val="1035"/>
              </a:spcBef>
              <a:spcAft>
                <a:spcPts val="0"/>
              </a:spcAft>
              <a:buSzPts val="2400"/>
              <a:buNone/>
            </a:pPr>
            <a:r>
              <a:rPr lang="en-US" sz="3313" b="1" dirty="0">
                <a:solidFill>
                  <a:srgbClr val="548135"/>
                </a:solidFill>
                <a:latin typeface="Times New Roman"/>
                <a:ea typeface="Times New Roman"/>
                <a:cs typeface="Times New Roman"/>
                <a:sym typeface="Times New Roman"/>
              </a:rPr>
              <a:t> </a:t>
            </a:r>
            <a:br>
              <a:rPr lang="en-US" sz="3313" b="1" dirty="0">
                <a:solidFill>
                  <a:srgbClr val="548135"/>
                </a:solidFill>
                <a:latin typeface="Times New Roman"/>
                <a:ea typeface="Times New Roman"/>
                <a:cs typeface="Times New Roman"/>
                <a:sym typeface="Times New Roman"/>
              </a:rPr>
            </a:br>
            <a:endParaRPr sz="2069" dirty="0">
              <a:latin typeface="Times New Roman"/>
              <a:ea typeface="Times New Roman"/>
              <a:cs typeface="Times New Roman"/>
              <a:sym typeface="Times New Roman"/>
            </a:endParaRPr>
          </a:p>
          <a:p>
            <a:pPr marL="52581" lvl="0" indent="0" algn="l" rtl="0">
              <a:lnSpc>
                <a:spcPct val="90000"/>
              </a:lnSpc>
              <a:spcBef>
                <a:spcPts val="1035"/>
              </a:spcBef>
              <a:spcAft>
                <a:spcPts val="0"/>
              </a:spcAft>
              <a:buSzPts val="2400"/>
              <a:buNone/>
            </a:pPr>
            <a:endParaRPr sz="726" dirty="0">
              <a:latin typeface="Times New Roman"/>
              <a:ea typeface="Times New Roman"/>
              <a:cs typeface="Times New Roman"/>
              <a:sym typeface="Times New Roman"/>
            </a:endParaRPr>
          </a:p>
        </p:txBody>
      </p:sp>
      <p:sp>
        <p:nvSpPr>
          <p:cNvPr id="187" name="Google Shape;187;p12"/>
          <p:cNvSpPr txBox="1">
            <a:spLocks noGrp="1"/>
          </p:cNvSpPr>
          <p:nvPr>
            <p:ph type="sldNum" idx="12"/>
          </p:nvPr>
        </p:nvSpPr>
        <p:spPr>
          <a:xfrm>
            <a:off x="8610603" y="6356361"/>
            <a:ext cx="2743201" cy="36512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13</a:t>
            </a:fld>
            <a:endParaRPr/>
          </a:p>
        </p:txBody>
      </p:sp>
      <p:sp>
        <p:nvSpPr>
          <p:cNvPr id="188" name="Google Shape;188;p12"/>
          <p:cNvSpPr/>
          <p:nvPr/>
        </p:nvSpPr>
        <p:spPr>
          <a:xfrm rot="-3320325" flipH="1">
            <a:off x="9815658" y="221301"/>
            <a:ext cx="1773207" cy="1591189"/>
          </a:xfrm>
          <a:prstGeom prst="triangle">
            <a:avLst>
              <a:gd name="adj" fmla="val 50000"/>
            </a:avLst>
          </a:prstGeom>
          <a:solidFill>
            <a:srgbClr val="AEABAB"/>
          </a:solidFill>
          <a:ln>
            <a:noFill/>
          </a:ln>
        </p:spPr>
        <p:txBody>
          <a:bodyPr spcFirstLastPara="1" wrap="square" lIns="94625" tIns="47300" rIns="94625" bIns="47300" anchor="ctr" anchorCtr="0">
            <a:noAutofit/>
          </a:bodyPr>
          <a:lstStyle/>
          <a:p>
            <a:pPr marL="0" marR="0" lvl="0" indent="0" algn="ctr" rtl="0">
              <a:lnSpc>
                <a:spcPct val="100000"/>
              </a:lnSpc>
              <a:spcBef>
                <a:spcPts val="0"/>
              </a:spcBef>
              <a:spcAft>
                <a:spcPts val="0"/>
              </a:spcAft>
              <a:buNone/>
            </a:pPr>
            <a:endParaRPr sz="1862" b="0" i="0" u="none" strike="noStrike" cap="none">
              <a:solidFill>
                <a:schemeClr val="lt1"/>
              </a:solidFill>
              <a:latin typeface="Calibri"/>
              <a:ea typeface="Calibri"/>
              <a:cs typeface="Calibri"/>
              <a:sym typeface="Calibri"/>
            </a:endParaRPr>
          </a:p>
        </p:txBody>
      </p:sp>
      <p:sp>
        <p:nvSpPr>
          <p:cNvPr id="189" name="Google Shape;189;p12"/>
          <p:cNvSpPr/>
          <p:nvPr/>
        </p:nvSpPr>
        <p:spPr>
          <a:xfrm rot="-7712071" flipH="1">
            <a:off x="10547505" y="287585"/>
            <a:ext cx="1467250" cy="1362215"/>
          </a:xfrm>
          <a:prstGeom prst="triangle">
            <a:avLst>
              <a:gd name="adj" fmla="val 50000"/>
            </a:avLst>
          </a:prstGeom>
          <a:solidFill>
            <a:srgbClr val="FA6690"/>
          </a:solidFill>
          <a:ln>
            <a:noFill/>
          </a:ln>
        </p:spPr>
        <p:txBody>
          <a:bodyPr spcFirstLastPara="1" wrap="square" lIns="94625" tIns="47300" rIns="94625" bIns="47300" anchor="ctr" anchorCtr="0">
            <a:noAutofit/>
          </a:bodyPr>
          <a:lstStyle/>
          <a:p>
            <a:pPr marL="0" marR="0" lvl="0" indent="0" algn="ctr" rtl="0">
              <a:lnSpc>
                <a:spcPct val="100000"/>
              </a:lnSpc>
              <a:spcBef>
                <a:spcPts val="0"/>
              </a:spcBef>
              <a:spcAft>
                <a:spcPts val="0"/>
              </a:spcAft>
              <a:buNone/>
            </a:pPr>
            <a:endParaRPr sz="1862" b="0" i="0" u="none" strike="noStrike" cap="none">
              <a:solidFill>
                <a:schemeClr val="lt1"/>
              </a:solidFill>
              <a:latin typeface="Calibri"/>
              <a:ea typeface="Calibri"/>
              <a:cs typeface="Calibri"/>
              <a:sym typeface="Calibri"/>
            </a:endParaRPr>
          </a:p>
        </p:txBody>
      </p:sp>
      <p:sp>
        <p:nvSpPr>
          <p:cNvPr id="190" name="Google Shape;190;p12"/>
          <p:cNvSpPr txBox="1">
            <a:spLocks noGrp="1"/>
          </p:cNvSpPr>
          <p:nvPr>
            <p:ph type="ctrTitle"/>
          </p:nvPr>
        </p:nvSpPr>
        <p:spPr>
          <a:xfrm>
            <a:off x="179614" y="1283221"/>
            <a:ext cx="3213084" cy="554802"/>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SzPts val="6000"/>
              <a:buNone/>
            </a:pPr>
            <a:r>
              <a:rPr lang="en-US" sz="3500" b="1" u="sng" dirty="0">
                <a:solidFill>
                  <a:schemeClr val="dk1"/>
                </a:solidFill>
                <a:latin typeface="Times New Roman" panose="02020603050405020304" pitchFamily="18" charset="0"/>
                <a:cs typeface="Times New Roman" panose="02020603050405020304" pitchFamily="18" charset="0"/>
              </a:rPr>
              <a:t>Pre-Processing</a:t>
            </a:r>
            <a:endParaRPr sz="3500" dirty="0">
              <a:latin typeface="Times New Roman" panose="02020603050405020304" pitchFamily="18" charset="0"/>
              <a:cs typeface="Times New Roman" panose="02020603050405020304" pitchFamily="18" charset="0"/>
            </a:endParaRPr>
          </a:p>
        </p:txBody>
      </p:sp>
      <p:sp>
        <p:nvSpPr>
          <p:cNvPr id="191" name="Google Shape;191;p12"/>
          <p:cNvSpPr txBox="1"/>
          <p:nvPr/>
        </p:nvSpPr>
        <p:spPr>
          <a:xfrm>
            <a:off x="179614" y="1793468"/>
            <a:ext cx="11717452" cy="4739661"/>
          </a:xfrm>
          <a:prstGeom prst="rect">
            <a:avLst/>
          </a:prstGeom>
          <a:noFill/>
          <a:ln>
            <a:noFill/>
          </a:ln>
        </p:spPr>
        <p:txBody>
          <a:bodyPr spcFirstLastPara="1" wrap="square" lIns="94625" tIns="47300" rIns="94625" bIns="47300" anchor="t" anchorCtr="0">
            <a:noAutofit/>
          </a:bodyPr>
          <a:lstStyle/>
          <a:p>
            <a:pPr marL="0" marR="0" lvl="0" indent="0" algn="just" rtl="0">
              <a:lnSpc>
                <a:spcPct val="100000"/>
              </a:lnSpc>
              <a:spcBef>
                <a:spcPts val="1000"/>
              </a:spcBef>
              <a:spcAft>
                <a:spcPts val="0"/>
              </a:spcAft>
              <a:buClr>
                <a:schemeClr val="dk1"/>
              </a:buClr>
              <a:buSzPts val="2400"/>
              <a:buFont typeface="Arial"/>
              <a:buNone/>
            </a:pPr>
            <a:r>
              <a:rPr lang="en-US" sz="2200"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We started to try more than one technique, and the best of them in terms of results was that:</a:t>
            </a:r>
            <a:endParaRPr sz="2200" dirty="0">
              <a:latin typeface="Times New Roman" panose="02020603050405020304" pitchFamily="18" charset="0"/>
              <a:cs typeface="Times New Roman" panose="02020603050405020304" pitchFamily="18" charset="0"/>
            </a:endParaRPr>
          </a:p>
          <a:p>
            <a:pPr marL="573459" marR="0" lvl="0" indent="-295765" algn="l" rtl="0">
              <a:lnSpc>
                <a:spcPct val="100000"/>
              </a:lnSpc>
              <a:spcBef>
                <a:spcPts val="1621"/>
              </a:spcBef>
              <a:spcAft>
                <a:spcPts val="0"/>
              </a:spcAft>
              <a:buClr>
                <a:schemeClr val="dk1"/>
              </a:buClr>
              <a:buSzPts val="2400"/>
              <a:buFont typeface="Arial"/>
              <a:buChar char="•"/>
            </a:pPr>
            <a:r>
              <a:rPr lang="en-US" sz="2200"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 Butter worth band path filter from 0.5 to 20, second order. </a:t>
            </a:r>
            <a:endParaRPr sz="2200" dirty="0">
              <a:latin typeface="Times New Roman" panose="02020603050405020304" pitchFamily="18" charset="0"/>
              <a:cs typeface="Times New Roman" panose="02020603050405020304" pitchFamily="18" charset="0"/>
            </a:endParaRPr>
          </a:p>
          <a:p>
            <a:pPr marL="573459" marR="0" lvl="0" indent="-295765" algn="l" rtl="0">
              <a:lnSpc>
                <a:spcPct val="100000"/>
              </a:lnSpc>
              <a:spcBef>
                <a:spcPts val="1621"/>
              </a:spcBef>
              <a:spcAft>
                <a:spcPts val="0"/>
              </a:spcAft>
              <a:buClr>
                <a:schemeClr val="dk1"/>
              </a:buClr>
              <a:buSzPts val="2400"/>
              <a:buFont typeface="Arial"/>
              <a:buChar char="•"/>
            </a:pPr>
            <a:r>
              <a:rPr lang="en-US" sz="2200"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Down-sampling process 1000.To reduce the complexity and assumption of the long-time process. </a:t>
            </a:r>
            <a:endParaRPr sz="2200" dirty="0">
              <a:latin typeface="Times New Roman" panose="02020603050405020304" pitchFamily="18" charset="0"/>
              <a:cs typeface="Times New Roman" panose="02020603050405020304" pitchFamily="18" charset="0"/>
            </a:endParaRPr>
          </a:p>
          <a:p>
            <a:pPr marL="0" marR="0" lvl="0" indent="0" algn="l" rtl="0">
              <a:lnSpc>
                <a:spcPct val="90000"/>
              </a:lnSpc>
              <a:spcBef>
                <a:spcPts val="1621"/>
              </a:spcBef>
              <a:spcAft>
                <a:spcPts val="621"/>
              </a:spcAft>
              <a:buClr>
                <a:schemeClr val="dk1"/>
              </a:buClr>
              <a:buSzPts val="2400"/>
              <a:buFont typeface="Arial"/>
              <a:buNone/>
            </a:pPr>
            <a:endParaRPr sz="22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endParaRPr>
          </a:p>
        </p:txBody>
      </p:sp>
      <p:pic>
        <p:nvPicPr>
          <p:cNvPr id="192" name="Google Shape;192;p12"/>
          <p:cNvPicPr preferRelativeResize="0"/>
          <p:nvPr/>
        </p:nvPicPr>
        <p:blipFill rotWithShape="1">
          <a:blip r:embed="rId3">
            <a:alphaModFix/>
          </a:blip>
          <a:srcRect/>
          <a:stretch/>
        </p:blipFill>
        <p:spPr>
          <a:xfrm>
            <a:off x="386790" y="3773643"/>
            <a:ext cx="5231587" cy="2582718"/>
          </a:xfrm>
          <a:prstGeom prst="rect">
            <a:avLst/>
          </a:prstGeom>
          <a:noFill/>
          <a:ln w="9525" cap="flat" cmpd="sng">
            <a:solidFill>
              <a:srgbClr val="385623"/>
            </a:solidFill>
            <a:prstDash val="solid"/>
            <a:round/>
            <a:headEnd type="none" w="sm" len="sm"/>
            <a:tailEnd type="none" w="sm" len="sm"/>
          </a:ln>
        </p:spPr>
      </p:pic>
      <p:pic>
        <p:nvPicPr>
          <p:cNvPr id="193" name="Google Shape;193;p12"/>
          <p:cNvPicPr preferRelativeResize="0"/>
          <p:nvPr/>
        </p:nvPicPr>
        <p:blipFill rotWithShape="1">
          <a:blip r:embed="rId4">
            <a:alphaModFix/>
          </a:blip>
          <a:srcRect/>
          <a:stretch/>
        </p:blipFill>
        <p:spPr>
          <a:xfrm>
            <a:off x="6460633" y="3813354"/>
            <a:ext cx="5229257" cy="2582718"/>
          </a:xfrm>
          <a:prstGeom prst="rect">
            <a:avLst/>
          </a:prstGeom>
          <a:noFill/>
          <a:ln w="9525" cap="flat" cmpd="sng">
            <a:solidFill>
              <a:srgbClr val="385623"/>
            </a:solidFill>
            <a:prstDash val="solid"/>
            <a:round/>
            <a:headEnd type="none" w="sm" len="sm"/>
            <a:tailEnd type="none" w="sm" len="sm"/>
          </a:ln>
        </p:spPr>
      </p:pic>
      <p:sp>
        <p:nvSpPr>
          <p:cNvPr id="194" name="Google Shape;194;p12"/>
          <p:cNvSpPr txBox="1"/>
          <p:nvPr/>
        </p:nvSpPr>
        <p:spPr>
          <a:xfrm>
            <a:off x="2238479" y="6447128"/>
            <a:ext cx="2508591" cy="37901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62" b="1" i="0" u="none" strike="noStrike" cap="none">
                <a:solidFill>
                  <a:srgbClr val="FA6671"/>
                </a:solidFill>
                <a:latin typeface="Times New Roman"/>
                <a:ea typeface="Times New Roman"/>
                <a:cs typeface="Times New Roman"/>
                <a:sym typeface="Times New Roman"/>
              </a:rPr>
              <a:t>Before Filtering </a:t>
            </a:r>
            <a:endParaRPr/>
          </a:p>
        </p:txBody>
      </p:sp>
      <p:sp>
        <p:nvSpPr>
          <p:cNvPr id="195" name="Google Shape;195;p12"/>
          <p:cNvSpPr txBox="1"/>
          <p:nvPr/>
        </p:nvSpPr>
        <p:spPr>
          <a:xfrm>
            <a:off x="7743581" y="6470947"/>
            <a:ext cx="3076445" cy="37901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62" b="1" i="0" u="none" strike="noStrike" cap="none">
                <a:solidFill>
                  <a:srgbClr val="FA6671"/>
                </a:solidFill>
                <a:latin typeface="Times New Roman"/>
                <a:ea typeface="Times New Roman"/>
                <a:cs typeface="Times New Roman"/>
                <a:sym typeface="Times New Roman"/>
              </a:rPr>
              <a:t>After Filtering </a:t>
            </a:r>
            <a:endParaRPr/>
          </a:p>
        </p:txBody>
      </p:sp>
      <p:pic>
        <p:nvPicPr>
          <p:cNvPr id="196" name="Google Shape;196;p12"/>
          <p:cNvPicPr preferRelativeResize="0"/>
          <p:nvPr/>
        </p:nvPicPr>
        <p:blipFill rotWithShape="1">
          <a:blip r:embed="rId5">
            <a:alphaModFix/>
          </a:blip>
          <a:srcRect/>
          <a:stretch/>
        </p:blipFill>
        <p:spPr>
          <a:xfrm>
            <a:off x="2725842" y="3796326"/>
            <a:ext cx="6624996" cy="2582716"/>
          </a:xfrm>
          <a:prstGeom prst="rect">
            <a:avLst/>
          </a:prstGeom>
          <a:noFill/>
          <a:ln w="9525" cap="flat" cmpd="sng">
            <a:solidFill>
              <a:srgbClr val="385623"/>
            </a:solidFill>
            <a:prstDash val="solid"/>
            <a:round/>
            <a:headEnd type="none" w="sm" len="sm"/>
            <a:tailEnd type="none" w="sm" len="sm"/>
          </a:ln>
        </p:spPr>
      </p:pic>
      <p:sp>
        <p:nvSpPr>
          <p:cNvPr id="197" name="Google Shape;197;p12"/>
          <p:cNvSpPr txBox="1"/>
          <p:nvPr/>
        </p:nvSpPr>
        <p:spPr>
          <a:xfrm>
            <a:off x="4616542" y="6478980"/>
            <a:ext cx="3355501" cy="37901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862" b="1" i="0" u="none" strike="noStrike" cap="none">
                <a:solidFill>
                  <a:srgbClr val="FA6671"/>
                </a:solidFill>
                <a:latin typeface="Times New Roman"/>
                <a:ea typeface="Times New Roman"/>
                <a:cs typeface="Times New Roman"/>
                <a:sym typeface="Times New Roman"/>
              </a:rPr>
              <a:t>After Down Sampling </a:t>
            </a:r>
            <a:endParaRPr sz="1862" b="1" i="0" u="none" strike="noStrike" cap="none">
              <a:solidFill>
                <a:srgbClr val="FA6671"/>
              </a:solidFill>
              <a:latin typeface="Times New Roman"/>
              <a:ea typeface="Times New Roman"/>
              <a:cs typeface="Times New Roman"/>
              <a:sym typeface="Times New Roman"/>
            </a:endParaRPr>
          </a:p>
        </p:txBody>
      </p:sp>
      <p:pic>
        <p:nvPicPr>
          <p:cNvPr id="198" name="Google Shape;198;p12"/>
          <p:cNvPicPr preferRelativeResize="0"/>
          <p:nvPr/>
        </p:nvPicPr>
        <p:blipFill rotWithShape="1">
          <a:blip r:embed="rId6">
            <a:alphaModFix/>
          </a:blip>
          <a:srcRect/>
          <a:stretch/>
        </p:blipFill>
        <p:spPr>
          <a:xfrm>
            <a:off x="10794300" y="641118"/>
            <a:ext cx="723120" cy="723120"/>
          </a:xfrm>
          <a:prstGeom prst="rect">
            <a:avLst/>
          </a:prstGeom>
          <a:noFill/>
          <a:ln>
            <a:noFill/>
          </a:ln>
        </p:spPr>
      </p:pic>
      <p:cxnSp>
        <p:nvCxnSpPr>
          <p:cNvPr id="16" name="Google Shape;130;p6"/>
          <p:cNvCxnSpPr/>
          <p:nvPr/>
        </p:nvCxnSpPr>
        <p:spPr>
          <a:xfrm>
            <a:off x="179613" y="1161213"/>
            <a:ext cx="2946764" cy="5736"/>
          </a:xfrm>
          <a:prstGeom prst="straightConnector1">
            <a:avLst/>
          </a:prstGeom>
          <a:noFill/>
          <a:ln w="38100" cap="flat" cmpd="sng">
            <a:solidFill>
              <a:srgbClr val="FA6690"/>
            </a:solidFill>
            <a:prstDash val="solid"/>
            <a:round/>
            <a:headEnd type="none" w="sm" len="sm"/>
            <a:tailEnd type="none" w="sm" len="sm"/>
          </a:ln>
          <a:effectLst>
            <a:outerShdw blurRad="40000" dist="23000" dir="5400000" rotWithShape="0">
              <a:srgbClr val="000000">
                <a:alpha val="34901"/>
              </a:srgbClr>
            </a:outerShdw>
          </a:effectLst>
        </p:spPr>
      </p:cxnSp>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1"/>
                                          </p:stCondLst>
                                        </p:cTn>
                                        <p:tgtEl>
                                          <p:spTgt spid="192"/>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1"/>
                                          </p:stCondLst>
                                        </p:cTn>
                                        <p:tgtEl>
                                          <p:spTgt spid="193"/>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1"/>
                                          </p:stCondLst>
                                        </p:cTn>
                                        <p:tgtEl>
                                          <p:spTgt spid="195"/>
                                        </p:tgtEl>
                                        <p:attrNameLst>
                                          <p:attrName>style.visibility</p:attrName>
                                        </p:attrNameLst>
                                      </p:cBhvr>
                                      <p:to>
                                        <p:strVal val="hidden"/>
                                      </p:to>
                                    </p:set>
                                  </p:childTnLst>
                                </p:cTn>
                              </p:par>
                              <p:par>
                                <p:cTn id="11" presetID="1" presetClass="exit" presetSubtype="0" fill="hold" nodeType="withEffect">
                                  <p:stCondLst>
                                    <p:cond delay="0"/>
                                  </p:stCondLst>
                                  <p:childTnLst>
                                    <p:set>
                                      <p:cBhvr>
                                        <p:cTn id="12" dur="1" fill="hold">
                                          <p:stCondLst>
                                            <p:cond delay="1"/>
                                          </p:stCondLst>
                                        </p:cTn>
                                        <p:tgtEl>
                                          <p:spTgt spid="194"/>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9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9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13"/>
          <p:cNvSpPr txBox="1">
            <a:spLocks noGrp="1"/>
          </p:cNvSpPr>
          <p:nvPr>
            <p:ph type="subTitle" idx="1"/>
          </p:nvPr>
        </p:nvSpPr>
        <p:spPr>
          <a:xfrm>
            <a:off x="189718" y="-120103"/>
            <a:ext cx="7600543" cy="588241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1035"/>
              </a:spcBef>
              <a:spcAft>
                <a:spcPts val="0"/>
              </a:spcAft>
              <a:buSzPts val="2400"/>
              <a:buNone/>
            </a:pPr>
            <a:endParaRPr sz="3313" b="1" dirty="0">
              <a:solidFill>
                <a:srgbClr val="FA6671"/>
              </a:solidFill>
              <a:latin typeface="Times New Roman"/>
              <a:ea typeface="Times New Roman"/>
              <a:cs typeface="Times New Roman"/>
              <a:sym typeface="Times New Roman"/>
            </a:endParaRPr>
          </a:p>
          <a:p>
            <a:pPr marL="0" lvl="0" indent="0" algn="l" rtl="0">
              <a:lnSpc>
                <a:spcPct val="90000"/>
              </a:lnSpc>
              <a:spcBef>
                <a:spcPts val="1035"/>
              </a:spcBef>
              <a:spcAft>
                <a:spcPts val="0"/>
              </a:spcAft>
              <a:buSzPts val="2400"/>
              <a:buNone/>
            </a:pPr>
            <a:r>
              <a:rPr lang="en-US" sz="3500" b="1" dirty="0">
                <a:solidFill>
                  <a:srgbClr val="FA6690"/>
                </a:solidFill>
                <a:latin typeface="Times New Roman"/>
                <a:ea typeface="Times New Roman"/>
                <a:cs typeface="Times New Roman"/>
                <a:sym typeface="Times New Roman"/>
              </a:rPr>
              <a:t>System</a:t>
            </a:r>
            <a:r>
              <a:rPr lang="en-US" sz="3313" b="1" dirty="0">
                <a:solidFill>
                  <a:srgbClr val="FA6671"/>
                </a:solidFill>
                <a:latin typeface="Times New Roman"/>
                <a:ea typeface="Times New Roman"/>
                <a:cs typeface="Times New Roman"/>
                <a:sym typeface="Times New Roman"/>
              </a:rPr>
              <a:t> </a:t>
            </a:r>
            <a:r>
              <a:rPr lang="en-US" sz="3500" b="1" dirty="0">
                <a:solidFill>
                  <a:srgbClr val="FA6690"/>
                </a:solidFill>
                <a:latin typeface="Times New Roman"/>
                <a:ea typeface="Times New Roman"/>
                <a:cs typeface="Times New Roman"/>
                <a:sym typeface="Times New Roman"/>
              </a:rPr>
              <a:t>Flow</a:t>
            </a:r>
            <a:endParaRPr sz="3500" b="1" dirty="0">
              <a:solidFill>
                <a:srgbClr val="FA6690"/>
              </a:solidFill>
              <a:latin typeface="Times New Roman"/>
              <a:ea typeface="Times New Roman"/>
              <a:cs typeface="Times New Roman"/>
            </a:endParaRPr>
          </a:p>
          <a:p>
            <a:pPr marL="0" lvl="0" indent="0" algn="l" rtl="0">
              <a:lnSpc>
                <a:spcPct val="90000"/>
              </a:lnSpc>
              <a:spcBef>
                <a:spcPts val="1035"/>
              </a:spcBef>
              <a:spcAft>
                <a:spcPts val="0"/>
              </a:spcAft>
              <a:buSzPts val="2400"/>
              <a:buNone/>
            </a:pPr>
            <a:r>
              <a:rPr lang="en-US" sz="3313" b="1" dirty="0">
                <a:solidFill>
                  <a:srgbClr val="548135"/>
                </a:solidFill>
                <a:latin typeface="Times New Roman"/>
                <a:ea typeface="Times New Roman"/>
                <a:cs typeface="Times New Roman"/>
                <a:sym typeface="Times New Roman"/>
              </a:rPr>
              <a:t> </a:t>
            </a:r>
            <a:br>
              <a:rPr lang="en-US" sz="3313" b="1" dirty="0">
                <a:solidFill>
                  <a:srgbClr val="548135"/>
                </a:solidFill>
                <a:latin typeface="Times New Roman"/>
                <a:ea typeface="Times New Roman"/>
                <a:cs typeface="Times New Roman"/>
                <a:sym typeface="Times New Roman"/>
              </a:rPr>
            </a:br>
            <a:endParaRPr sz="2069" dirty="0">
              <a:latin typeface="Times New Roman"/>
              <a:ea typeface="Times New Roman"/>
              <a:cs typeface="Times New Roman"/>
              <a:sym typeface="Times New Roman"/>
            </a:endParaRPr>
          </a:p>
          <a:p>
            <a:pPr marL="52581" lvl="0" indent="0" algn="l" rtl="0">
              <a:lnSpc>
                <a:spcPct val="90000"/>
              </a:lnSpc>
              <a:spcBef>
                <a:spcPts val="1035"/>
              </a:spcBef>
              <a:spcAft>
                <a:spcPts val="0"/>
              </a:spcAft>
              <a:buSzPts val="2400"/>
              <a:buNone/>
            </a:pPr>
            <a:endParaRPr sz="726" dirty="0">
              <a:latin typeface="Times New Roman"/>
              <a:ea typeface="Times New Roman"/>
              <a:cs typeface="Times New Roman"/>
              <a:sym typeface="Times New Roman"/>
            </a:endParaRPr>
          </a:p>
        </p:txBody>
      </p:sp>
      <p:sp>
        <p:nvSpPr>
          <p:cNvPr id="205" name="Google Shape;205;p13"/>
          <p:cNvSpPr txBox="1">
            <a:spLocks noGrp="1"/>
          </p:cNvSpPr>
          <p:nvPr>
            <p:ph type="sldNum" idx="12"/>
          </p:nvPr>
        </p:nvSpPr>
        <p:spPr>
          <a:xfrm>
            <a:off x="8610603" y="6356361"/>
            <a:ext cx="2743201" cy="36512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14</a:t>
            </a:fld>
            <a:endParaRPr/>
          </a:p>
        </p:txBody>
      </p:sp>
      <p:sp>
        <p:nvSpPr>
          <p:cNvPr id="206" name="Google Shape;206;p13"/>
          <p:cNvSpPr/>
          <p:nvPr/>
        </p:nvSpPr>
        <p:spPr>
          <a:xfrm rot="-3320325" flipH="1">
            <a:off x="10230140" y="353388"/>
            <a:ext cx="1183702" cy="1188369"/>
          </a:xfrm>
          <a:prstGeom prst="triangle">
            <a:avLst>
              <a:gd name="adj" fmla="val 50000"/>
            </a:avLst>
          </a:prstGeom>
          <a:solidFill>
            <a:srgbClr val="D8D8D8"/>
          </a:solidFill>
          <a:ln>
            <a:noFill/>
          </a:ln>
        </p:spPr>
        <p:txBody>
          <a:bodyPr spcFirstLastPara="1" wrap="square" lIns="94625" tIns="47300" rIns="94625" bIns="47300" anchor="ctr" anchorCtr="0">
            <a:noAutofit/>
          </a:bodyPr>
          <a:lstStyle/>
          <a:p>
            <a:pPr marL="0" marR="0" lvl="0" indent="0" algn="ctr" rtl="0">
              <a:lnSpc>
                <a:spcPct val="100000"/>
              </a:lnSpc>
              <a:spcBef>
                <a:spcPts val="0"/>
              </a:spcBef>
              <a:spcAft>
                <a:spcPts val="0"/>
              </a:spcAft>
              <a:buNone/>
            </a:pPr>
            <a:endParaRPr sz="1862" b="0" i="0" u="none" strike="noStrike" cap="none">
              <a:solidFill>
                <a:schemeClr val="lt1"/>
              </a:solidFill>
              <a:latin typeface="Calibri"/>
              <a:ea typeface="Calibri"/>
              <a:cs typeface="Calibri"/>
              <a:sym typeface="Calibri"/>
            </a:endParaRPr>
          </a:p>
        </p:txBody>
      </p:sp>
      <p:sp>
        <p:nvSpPr>
          <p:cNvPr id="207" name="Google Shape;207;p13"/>
          <p:cNvSpPr/>
          <p:nvPr/>
        </p:nvSpPr>
        <p:spPr>
          <a:xfrm rot="-7712071" flipH="1">
            <a:off x="10794650" y="227676"/>
            <a:ext cx="1095806" cy="909346"/>
          </a:xfrm>
          <a:prstGeom prst="triangle">
            <a:avLst>
              <a:gd name="adj" fmla="val 50000"/>
            </a:avLst>
          </a:prstGeom>
          <a:solidFill>
            <a:srgbClr val="FA6671"/>
          </a:solidFill>
          <a:ln>
            <a:noFill/>
          </a:ln>
        </p:spPr>
        <p:txBody>
          <a:bodyPr spcFirstLastPara="1" wrap="square" lIns="94625" tIns="47300" rIns="94625" bIns="47300" anchor="ctr" anchorCtr="0">
            <a:noAutofit/>
          </a:bodyPr>
          <a:lstStyle/>
          <a:p>
            <a:pPr marL="0" marR="0" lvl="0" indent="0" algn="ctr" rtl="0">
              <a:lnSpc>
                <a:spcPct val="100000"/>
              </a:lnSpc>
              <a:spcBef>
                <a:spcPts val="0"/>
              </a:spcBef>
              <a:spcAft>
                <a:spcPts val="0"/>
              </a:spcAft>
              <a:buNone/>
            </a:pPr>
            <a:endParaRPr sz="1862" b="0" i="0" u="none" strike="noStrike" cap="none">
              <a:solidFill>
                <a:schemeClr val="lt1"/>
              </a:solidFill>
              <a:latin typeface="Calibri"/>
              <a:ea typeface="Calibri"/>
              <a:cs typeface="Calibri"/>
              <a:sym typeface="Calibri"/>
            </a:endParaRPr>
          </a:p>
        </p:txBody>
      </p:sp>
      <p:sp>
        <p:nvSpPr>
          <p:cNvPr id="208" name="Google Shape;208;p13"/>
          <p:cNvSpPr txBox="1">
            <a:spLocks noGrp="1"/>
          </p:cNvSpPr>
          <p:nvPr>
            <p:ph type="ctrTitle"/>
          </p:nvPr>
        </p:nvSpPr>
        <p:spPr>
          <a:xfrm>
            <a:off x="179613" y="324867"/>
            <a:ext cx="9202565" cy="1810710"/>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SzPts val="6000"/>
              <a:buNone/>
            </a:pPr>
            <a:r>
              <a:rPr lang="en-US" sz="2800" b="1" u="sng" dirty="0">
                <a:solidFill>
                  <a:schemeClr val="dk1"/>
                </a:solidFill>
              </a:rPr>
              <a:t>Feature Extraction &amp; Classification (Deep Learning Model): </a:t>
            </a:r>
            <a:r>
              <a:rPr lang="en-US" sz="3000" b="1" u="sng" dirty="0">
                <a:solidFill>
                  <a:srgbClr val="FA6690"/>
                </a:solidFill>
                <a:latin typeface="Times New Roman"/>
                <a:ea typeface="Times New Roman"/>
                <a:cs typeface="Times New Roman"/>
              </a:rPr>
              <a:t>CNN</a:t>
            </a:r>
            <a:endParaRPr sz="3000" b="1" u="sng" dirty="0">
              <a:solidFill>
                <a:srgbClr val="FA6690"/>
              </a:solidFill>
              <a:latin typeface="Times New Roman"/>
              <a:ea typeface="Times New Roman"/>
              <a:cs typeface="Times New Roman"/>
            </a:endParaRPr>
          </a:p>
        </p:txBody>
      </p:sp>
      <p:sp>
        <p:nvSpPr>
          <p:cNvPr id="209" name="Google Shape;209;p13"/>
          <p:cNvSpPr txBox="1"/>
          <p:nvPr/>
        </p:nvSpPr>
        <p:spPr>
          <a:xfrm>
            <a:off x="179613" y="1985734"/>
            <a:ext cx="11717452" cy="2362979"/>
          </a:xfrm>
          <a:prstGeom prst="rect">
            <a:avLst/>
          </a:prstGeom>
          <a:noFill/>
          <a:ln>
            <a:noFill/>
          </a:ln>
        </p:spPr>
        <p:txBody>
          <a:bodyPr spcFirstLastPara="1" wrap="square" lIns="94625" tIns="47300" rIns="94625" bIns="47300" anchor="t" anchorCtr="0">
            <a:noAutofit/>
          </a:bodyPr>
          <a:lstStyle/>
          <a:p>
            <a:pPr marL="0" marR="0" lvl="0" indent="0" algn="just" rtl="0">
              <a:lnSpc>
                <a:spcPct val="100000"/>
              </a:lnSpc>
              <a:spcBef>
                <a:spcPts val="1000"/>
              </a:spcBef>
              <a:spcAft>
                <a:spcPts val="621"/>
              </a:spcAft>
              <a:buClr>
                <a:schemeClr val="dk1"/>
              </a:buClr>
              <a:buSzPts val="2400"/>
              <a:buFont typeface="Arial"/>
              <a:buNone/>
            </a:pPr>
            <a:r>
              <a:rPr lang="en-US" sz="1862" b="0" i="0" u="none" strike="noStrike" cap="none" dirty="0">
                <a:solidFill>
                  <a:schemeClr val="dk1"/>
                </a:solidFill>
                <a:latin typeface="Times New Roman"/>
                <a:ea typeface="Times New Roman"/>
                <a:cs typeface="Times New Roman"/>
                <a:sym typeface="Times New Roman"/>
              </a:rPr>
              <a:t>Convolutional Neural Network (CNN) is considered a Multilayer Perceptron network for supervised learning. CNN is distinguished by the detection of the most accurate features from inputs without human intervention, which increases the effectiveness and accuracy of prediction. </a:t>
            </a:r>
            <a:endParaRPr sz="2069" b="0" i="0" u="none" strike="noStrike" cap="none" dirty="0">
              <a:solidFill>
                <a:schemeClr val="dk1"/>
              </a:solidFill>
              <a:latin typeface="Calibri"/>
              <a:ea typeface="Calibri"/>
              <a:cs typeface="Calibri"/>
              <a:sym typeface="Calibri"/>
            </a:endParaRPr>
          </a:p>
        </p:txBody>
      </p:sp>
      <p:pic>
        <p:nvPicPr>
          <p:cNvPr id="210" name="Google Shape;210;p13"/>
          <p:cNvPicPr preferRelativeResize="0"/>
          <p:nvPr/>
        </p:nvPicPr>
        <p:blipFill rotWithShape="1">
          <a:blip r:embed="rId3">
            <a:alphaModFix/>
          </a:blip>
          <a:srcRect/>
          <a:stretch/>
        </p:blipFill>
        <p:spPr>
          <a:xfrm>
            <a:off x="677968" y="3045534"/>
            <a:ext cx="10720743" cy="3035096"/>
          </a:xfrm>
          <a:prstGeom prst="rect">
            <a:avLst/>
          </a:prstGeom>
          <a:noFill/>
          <a:ln>
            <a:noFill/>
          </a:ln>
        </p:spPr>
      </p:pic>
      <p:pic>
        <p:nvPicPr>
          <p:cNvPr id="211" name="Google Shape;211;p13"/>
          <p:cNvPicPr preferRelativeResize="0"/>
          <p:nvPr/>
        </p:nvPicPr>
        <p:blipFill rotWithShape="1">
          <a:blip r:embed="rId4">
            <a:alphaModFix/>
          </a:blip>
          <a:srcRect/>
          <a:stretch/>
        </p:blipFill>
        <p:spPr>
          <a:xfrm>
            <a:off x="1233564" y="3355576"/>
            <a:ext cx="9434407" cy="3177557"/>
          </a:xfrm>
          <a:prstGeom prst="rect">
            <a:avLst/>
          </a:prstGeom>
          <a:noFill/>
          <a:ln>
            <a:noFill/>
          </a:ln>
        </p:spPr>
      </p:pic>
      <p:pic>
        <p:nvPicPr>
          <p:cNvPr id="212" name="Google Shape;212;p13"/>
          <p:cNvPicPr preferRelativeResize="0"/>
          <p:nvPr/>
        </p:nvPicPr>
        <p:blipFill rotWithShape="1">
          <a:blip r:embed="rId5">
            <a:alphaModFix/>
          </a:blip>
          <a:srcRect l="21935" t="21177" r="12381" b="19352"/>
          <a:stretch/>
        </p:blipFill>
        <p:spPr>
          <a:xfrm>
            <a:off x="10809915" y="573671"/>
            <a:ext cx="740668" cy="657600"/>
          </a:xfrm>
          <a:prstGeom prst="rect">
            <a:avLst/>
          </a:prstGeom>
          <a:noFill/>
          <a:ln>
            <a:noFill/>
          </a:ln>
        </p:spPr>
      </p:pic>
      <p:cxnSp>
        <p:nvCxnSpPr>
          <p:cNvPr id="12" name="Google Shape;130;p6"/>
          <p:cNvCxnSpPr/>
          <p:nvPr/>
        </p:nvCxnSpPr>
        <p:spPr>
          <a:xfrm>
            <a:off x="179613" y="1161213"/>
            <a:ext cx="2946764" cy="5736"/>
          </a:xfrm>
          <a:prstGeom prst="straightConnector1">
            <a:avLst/>
          </a:prstGeom>
          <a:noFill/>
          <a:ln w="38100" cap="flat" cmpd="sng">
            <a:solidFill>
              <a:srgbClr val="FA6690"/>
            </a:solidFill>
            <a:prstDash val="solid"/>
            <a:round/>
            <a:headEnd type="none" w="sm" len="sm"/>
            <a:tailEnd type="none" w="sm" len="sm"/>
          </a:ln>
          <a:effectLst>
            <a:outerShdw blurRad="40000" dist="23000" dir="5400000" rotWithShape="0">
              <a:srgbClr val="000000">
                <a:alpha val="34901"/>
              </a:srgbClr>
            </a:outerShdw>
          </a:effectLst>
        </p:spPr>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210"/>
                                        </p:tgtEl>
                                      </p:cBhvr>
                                    </p:animEffect>
                                    <p:set>
                                      <p:cBhvr>
                                        <p:cTn id="7" dur="1" fill="hold">
                                          <p:stCondLst>
                                            <p:cond delay="500"/>
                                          </p:stCondLst>
                                        </p:cTn>
                                        <p:tgtEl>
                                          <p:spTgt spid="210"/>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14"/>
          <p:cNvSpPr txBox="1">
            <a:spLocks noGrp="1"/>
          </p:cNvSpPr>
          <p:nvPr>
            <p:ph type="subTitle" idx="1"/>
          </p:nvPr>
        </p:nvSpPr>
        <p:spPr>
          <a:xfrm>
            <a:off x="179615" y="-120103"/>
            <a:ext cx="7600543" cy="5882412"/>
          </a:xfrm>
          <a:prstGeom prst="rect">
            <a:avLst/>
          </a:prstGeom>
          <a:noFill/>
          <a:ln>
            <a:noFill/>
          </a:ln>
        </p:spPr>
        <p:txBody>
          <a:bodyPr spcFirstLastPara="1" wrap="square" lIns="91425" tIns="45700" rIns="91425" bIns="45700" anchor="t" anchorCtr="0">
            <a:noAutofit/>
          </a:bodyPr>
          <a:lstStyle/>
          <a:p>
            <a:pPr marL="457200" lvl="0" indent="-406400" algn="l" rtl="0">
              <a:lnSpc>
                <a:spcPct val="90000"/>
              </a:lnSpc>
              <a:spcBef>
                <a:spcPts val="1035"/>
              </a:spcBef>
              <a:spcAft>
                <a:spcPts val="0"/>
              </a:spcAft>
              <a:buSzPts val="2400"/>
              <a:buNone/>
            </a:pPr>
            <a:endParaRPr sz="2898" b="1" dirty="0">
              <a:solidFill>
                <a:srgbClr val="385623"/>
              </a:solidFill>
              <a:latin typeface="Times New Roman"/>
              <a:ea typeface="Times New Roman"/>
              <a:cs typeface="Times New Roman"/>
              <a:sym typeface="Times New Roman"/>
            </a:endParaRPr>
          </a:p>
          <a:p>
            <a:pPr marL="0" lvl="0" indent="0" algn="l" rtl="0">
              <a:lnSpc>
                <a:spcPct val="90000"/>
              </a:lnSpc>
              <a:spcBef>
                <a:spcPts val="1035"/>
              </a:spcBef>
              <a:spcAft>
                <a:spcPts val="0"/>
              </a:spcAft>
              <a:buSzPts val="2400"/>
              <a:buNone/>
            </a:pPr>
            <a:r>
              <a:rPr lang="en-US" sz="3500" b="1" dirty="0">
                <a:solidFill>
                  <a:srgbClr val="FA6690"/>
                </a:solidFill>
                <a:latin typeface="Times New Roman"/>
                <a:ea typeface="Times New Roman"/>
                <a:cs typeface="Times New Roman"/>
                <a:sym typeface="Times New Roman"/>
              </a:rPr>
              <a:t>System</a:t>
            </a:r>
            <a:r>
              <a:rPr lang="en-US" sz="3500" b="1" dirty="0">
                <a:solidFill>
                  <a:srgbClr val="FA6671"/>
                </a:solidFill>
                <a:latin typeface="Times New Roman"/>
                <a:ea typeface="Times New Roman"/>
                <a:cs typeface="Times New Roman"/>
                <a:sym typeface="Times New Roman"/>
              </a:rPr>
              <a:t> </a:t>
            </a:r>
            <a:r>
              <a:rPr lang="en-US" sz="3500" b="1" dirty="0">
                <a:solidFill>
                  <a:srgbClr val="FA6690"/>
                </a:solidFill>
                <a:latin typeface="Times New Roman"/>
                <a:ea typeface="Times New Roman"/>
                <a:cs typeface="Times New Roman"/>
                <a:sym typeface="Times New Roman"/>
              </a:rPr>
              <a:t>Flow</a:t>
            </a:r>
            <a:br>
              <a:rPr lang="en-US" sz="3313" b="1" dirty="0">
                <a:solidFill>
                  <a:srgbClr val="548135"/>
                </a:solidFill>
                <a:latin typeface="Times New Roman"/>
                <a:ea typeface="Times New Roman"/>
                <a:cs typeface="Times New Roman"/>
                <a:sym typeface="Times New Roman"/>
              </a:rPr>
            </a:br>
            <a:endParaRPr sz="2069" dirty="0">
              <a:latin typeface="Times New Roman"/>
              <a:ea typeface="Times New Roman"/>
              <a:cs typeface="Times New Roman"/>
              <a:sym typeface="Times New Roman"/>
            </a:endParaRPr>
          </a:p>
          <a:p>
            <a:pPr marL="52581" lvl="0" indent="0" algn="l" rtl="0">
              <a:lnSpc>
                <a:spcPct val="90000"/>
              </a:lnSpc>
              <a:spcBef>
                <a:spcPts val="1035"/>
              </a:spcBef>
              <a:spcAft>
                <a:spcPts val="0"/>
              </a:spcAft>
              <a:buSzPts val="2400"/>
              <a:buNone/>
            </a:pPr>
            <a:endParaRPr sz="726" dirty="0">
              <a:latin typeface="Times New Roman"/>
              <a:ea typeface="Times New Roman"/>
              <a:cs typeface="Times New Roman"/>
              <a:sym typeface="Times New Roman"/>
            </a:endParaRPr>
          </a:p>
        </p:txBody>
      </p:sp>
      <p:sp>
        <p:nvSpPr>
          <p:cNvPr id="219" name="Google Shape;219;p14"/>
          <p:cNvSpPr txBox="1">
            <a:spLocks noGrp="1"/>
          </p:cNvSpPr>
          <p:nvPr>
            <p:ph type="sldNum" idx="12"/>
          </p:nvPr>
        </p:nvSpPr>
        <p:spPr>
          <a:xfrm>
            <a:off x="8610603" y="6356361"/>
            <a:ext cx="2743201" cy="36512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15</a:t>
            </a:fld>
            <a:endParaRPr/>
          </a:p>
        </p:txBody>
      </p:sp>
      <p:sp>
        <p:nvSpPr>
          <p:cNvPr id="220" name="Google Shape;220;p14"/>
          <p:cNvSpPr txBox="1">
            <a:spLocks noGrp="1"/>
          </p:cNvSpPr>
          <p:nvPr>
            <p:ph type="ctrTitle"/>
          </p:nvPr>
        </p:nvSpPr>
        <p:spPr>
          <a:xfrm>
            <a:off x="179613" y="1211971"/>
            <a:ext cx="9366811" cy="896905"/>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SzPts val="6000"/>
              <a:buNone/>
            </a:pPr>
            <a:r>
              <a:rPr lang="en-US" sz="2800" b="1" u="sng" dirty="0">
                <a:solidFill>
                  <a:schemeClr val="dk1"/>
                </a:solidFill>
              </a:rPr>
              <a:t>Feature Extraction &amp; Classification (Deep Learning Model):</a:t>
            </a:r>
            <a:br>
              <a:rPr lang="en-US" sz="3313" b="1" u="sng" dirty="0">
                <a:solidFill>
                  <a:schemeClr val="dk1"/>
                </a:solidFill>
              </a:rPr>
            </a:br>
            <a:r>
              <a:rPr lang="en-US" sz="3000" b="1" u="sng" dirty="0">
                <a:solidFill>
                  <a:srgbClr val="FA6690"/>
                </a:solidFill>
                <a:latin typeface="Times New Roman"/>
                <a:ea typeface="Times New Roman"/>
                <a:cs typeface="Times New Roman"/>
              </a:rPr>
              <a:t>VGG</a:t>
            </a:r>
            <a:endParaRPr sz="3000" b="1" u="sng" dirty="0">
              <a:solidFill>
                <a:srgbClr val="FA6690"/>
              </a:solidFill>
              <a:latin typeface="Times New Roman"/>
              <a:ea typeface="Times New Roman"/>
              <a:cs typeface="Times New Roman"/>
            </a:endParaRPr>
          </a:p>
        </p:txBody>
      </p:sp>
      <p:sp>
        <p:nvSpPr>
          <p:cNvPr id="221" name="Google Shape;221;p14"/>
          <p:cNvSpPr txBox="1"/>
          <p:nvPr/>
        </p:nvSpPr>
        <p:spPr>
          <a:xfrm>
            <a:off x="196932" y="1467081"/>
            <a:ext cx="11717452" cy="4937024"/>
          </a:xfrm>
          <a:prstGeom prst="rect">
            <a:avLst/>
          </a:prstGeom>
          <a:noFill/>
          <a:ln>
            <a:noFill/>
          </a:ln>
        </p:spPr>
        <p:txBody>
          <a:bodyPr spcFirstLastPara="1" wrap="square" lIns="94625" tIns="47300" rIns="94625" bIns="47300" anchor="t" anchorCtr="0">
            <a:noAutofit/>
          </a:bodyPr>
          <a:lstStyle/>
          <a:p>
            <a:pPr marL="0" marR="0" lvl="0" indent="0" rtl="0">
              <a:lnSpc>
                <a:spcPct val="100000"/>
              </a:lnSpc>
              <a:spcBef>
                <a:spcPts val="1000"/>
              </a:spcBef>
              <a:spcAft>
                <a:spcPts val="0"/>
              </a:spcAft>
              <a:buClr>
                <a:schemeClr val="dk1"/>
              </a:buClr>
              <a:buSzPts val="2400"/>
              <a:buFont typeface="Arial"/>
              <a:buNone/>
            </a:pPr>
            <a:endParaRPr sz="3000" b="1" u="sng" dirty="0">
              <a:solidFill>
                <a:srgbClr val="FA6690"/>
              </a:solidFill>
              <a:latin typeface="Times New Roman" panose="02020603050405020304" pitchFamily="18" charset="0"/>
              <a:ea typeface="Times New Roman"/>
              <a:cs typeface="Times New Roman" panose="02020603050405020304" pitchFamily="18" charset="0"/>
              <a:sym typeface="Times New Roman"/>
            </a:endParaRPr>
          </a:p>
          <a:p>
            <a:pPr lvl="0" algn="just">
              <a:spcBef>
                <a:spcPts val="1621"/>
              </a:spcBef>
              <a:buClr>
                <a:schemeClr val="dk1"/>
              </a:buClr>
              <a:buSzPts val="2400"/>
            </a:pPr>
            <a:r>
              <a:rPr lang="en-US" sz="2000"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VGG Network is considered an improved convolutional neural network model. It has the advantage of being a light network due to the small size of convolution filters. It supports sixteen layers in its architecture </a:t>
            </a:r>
            <a:r>
              <a:rPr lang="en-US" sz="2000" dirty="0">
                <a:solidFill>
                  <a:schemeClr val="dk1"/>
                </a:solidFill>
                <a:latin typeface="Times New Roman" panose="02020603050405020304" pitchFamily="18" charset="0"/>
                <a:ea typeface="Times New Roman"/>
                <a:cs typeface="Times New Roman" panose="02020603050405020304" pitchFamily="18" charset="0"/>
                <a:sym typeface="Times New Roman"/>
              </a:rPr>
              <a:t>consisting </a:t>
            </a:r>
            <a:r>
              <a:rPr lang="en-US" sz="2000"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of thirteen convolutional layers and three fully connected layers.  </a:t>
            </a:r>
            <a:endParaRPr sz="2000" dirty="0">
              <a:latin typeface="Times New Roman" panose="02020603050405020304" pitchFamily="18" charset="0"/>
              <a:cs typeface="Times New Roman" panose="02020603050405020304" pitchFamily="18" charset="0"/>
            </a:endParaRPr>
          </a:p>
          <a:p>
            <a:pPr marL="0" marR="0" lvl="0" indent="0" algn="just" rtl="0">
              <a:lnSpc>
                <a:spcPct val="100000"/>
              </a:lnSpc>
              <a:spcBef>
                <a:spcPts val="1621"/>
              </a:spcBef>
              <a:spcAft>
                <a:spcPts val="0"/>
              </a:spcAft>
              <a:buClr>
                <a:schemeClr val="dk1"/>
              </a:buClr>
              <a:buSzPts val="2400"/>
              <a:buFont typeface="Arial"/>
              <a:buNone/>
            </a:pPr>
            <a:endParaRPr sz="1862"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just" rtl="0">
              <a:lnSpc>
                <a:spcPct val="100000"/>
              </a:lnSpc>
              <a:spcBef>
                <a:spcPts val="1621"/>
              </a:spcBef>
              <a:spcAft>
                <a:spcPts val="621"/>
              </a:spcAft>
              <a:buClr>
                <a:schemeClr val="dk1"/>
              </a:buClr>
              <a:buSzPts val="2400"/>
              <a:buFont typeface="Arial"/>
              <a:buNone/>
            </a:pPr>
            <a:r>
              <a:rPr lang="en-US" sz="1862"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 </a:t>
            </a:r>
            <a:endParaRPr sz="2069"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endParaRPr>
          </a:p>
        </p:txBody>
      </p:sp>
      <p:pic>
        <p:nvPicPr>
          <p:cNvPr id="222" name="Google Shape;222;p14"/>
          <p:cNvPicPr preferRelativeResize="0"/>
          <p:nvPr/>
        </p:nvPicPr>
        <p:blipFill rotWithShape="1">
          <a:blip r:embed="rId3">
            <a:alphaModFix/>
          </a:blip>
          <a:srcRect b="27221"/>
          <a:stretch/>
        </p:blipFill>
        <p:spPr>
          <a:xfrm>
            <a:off x="870426" y="3428296"/>
            <a:ext cx="10410706" cy="2097533"/>
          </a:xfrm>
          <a:prstGeom prst="rect">
            <a:avLst/>
          </a:prstGeom>
          <a:noFill/>
          <a:ln>
            <a:noFill/>
          </a:ln>
        </p:spPr>
      </p:pic>
      <p:cxnSp>
        <p:nvCxnSpPr>
          <p:cNvPr id="223" name="Google Shape;223;p14"/>
          <p:cNvCxnSpPr/>
          <p:nvPr/>
        </p:nvCxnSpPr>
        <p:spPr>
          <a:xfrm>
            <a:off x="586050" y="4526015"/>
            <a:ext cx="424261" cy="0"/>
          </a:xfrm>
          <a:prstGeom prst="straightConnector1">
            <a:avLst/>
          </a:prstGeom>
          <a:noFill/>
          <a:ln w="9525" cap="flat" cmpd="sng">
            <a:solidFill>
              <a:srgbClr val="3E6EC2"/>
            </a:solidFill>
            <a:prstDash val="solid"/>
            <a:round/>
            <a:headEnd type="none" w="sm" len="sm"/>
            <a:tailEnd type="stealth" w="med" len="med"/>
          </a:ln>
        </p:spPr>
      </p:cxnSp>
      <p:cxnSp>
        <p:nvCxnSpPr>
          <p:cNvPr id="224" name="Google Shape;224;p14"/>
          <p:cNvCxnSpPr/>
          <p:nvPr/>
        </p:nvCxnSpPr>
        <p:spPr>
          <a:xfrm>
            <a:off x="11069003" y="4548779"/>
            <a:ext cx="424261" cy="0"/>
          </a:xfrm>
          <a:prstGeom prst="straightConnector1">
            <a:avLst/>
          </a:prstGeom>
          <a:noFill/>
          <a:ln w="9525" cap="flat" cmpd="sng">
            <a:solidFill>
              <a:srgbClr val="3E6EC2"/>
            </a:solidFill>
            <a:prstDash val="solid"/>
            <a:round/>
            <a:headEnd type="none" w="sm" len="sm"/>
            <a:tailEnd type="stealth" w="med" len="med"/>
          </a:ln>
        </p:spPr>
      </p:cxnSp>
      <p:sp>
        <p:nvSpPr>
          <p:cNvPr id="225" name="Google Shape;225;p14"/>
          <p:cNvSpPr/>
          <p:nvPr/>
        </p:nvSpPr>
        <p:spPr>
          <a:xfrm rot="-5400000">
            <a:off x="-637061" y="4284208"/>
            <a:ext cx="1941809" cy="483612"/>
          </a:xfrm>
          <a:prstGeom prst="roundRect">
            <a:avLst>
              <a:gd name="adj" fmla="val 16667"/>
            </a:avLst>
          </a:prstGeom>
          <a:gradFill>
            <a:gsLst>
              <a:gs pos="0">
                <a:srgbClr val="9BCDFF"/>
              </a:gs>
              <a:gs pos="35000">
                <a:srgbClr val="B8DCFF"/>
              </a:gs>
              <a:gs pos="100000">
                <a:srgbClr val="E2F0FF"/>
              </a:gs>
            </a:gsLst>
            <a:lin ang="16200000" scaled="0"/>
          </a:gradFill>
          <a:ln w="9525" cap="flat" cmpd="sng">
            <a:solidFill>
              <a:srgbClr val="5597D3"/>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656" b="0" i="0" u="none" strike="noStrike" cap="none">
                <a:solidFill>
                  <a:schemeClr val="dk1"/>
                </a:solidFill>
                <a:latin typeface="Arial"/>
                <a:ea typeface="Arial"/>
                <a:cs typeface="Arial"/>
                <a:sym typeface="Arial"/>
              </a:rPr>
              <a:t>Input</a:t>
            </a:r>
            <a:endParaRPr sz="1656" b="0" i="0" u="none" strike="noStrike" cap="none">
              <a:solidFill>
                <a:schemeClr val="dk1"/>
              </a:solidFill>
              <a:latin typeface="Arial"/>
              <a:ea typeface="Arial"/>
              <a:cs typeface="Arial"/>
              <a:sym typeface="Arial"/>
            </a:endParaRPr>
          </a:p>
        </p:txBody>
      </p:sp>
      <p:sp>
        <p:nvSpPr>
          <p:cNvPr id="226" name="Google Shape;226;p14"/>
          <p:cNvSpPr/>
          <p:nvPr/>
        </p:nvSpPr>
        <p:spPr>
          <a:xfrm rot="-5400000">
            <a:off x="10782357" y="4284208"/>
            <a:ext cx="1941809" cy="483612"/>
          </a:xfrm>
          <a:prstGeom prst="roundRect">
            <a:avLst>
              <a:gd name="adj" fmla="val 16667"/>
            </a:avLst>
          </a:prstGeom>
          <a:gradFill>
            <a:gsLst>
              <a:gs pos="0">
                <a:srgbClr val="9BCDFF"/>
              </a:gs>
              <a:gs pos="35000">
                <a:srgbClr val="B8DCFF"/>
              </a:gs>
              <a:gs pos="100000">
                <a:srgbClr val="E2F0FF"/>
              </a:gs>
            </a:gsLst>
            <a:lin ang="16200000" scaled="0"/>
          </a:gradFill>
          <a:ln w="9525" cap="flat" cmpd="sng">
            <a:solidFill>
              <a:srgbClr val="5597D3"/>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656" b="0" i="0" u="none" strike="noStrike" cap="none" dirty="0" err="1">
                <a:solidFill>
                  <a:schemeClr val="dk1"/>
                </a:solidFill>
                <a:latin typeface="Arial"/>
                <a:ea typeface="Arial"/>
                <a:cs typeface="Arial"/>
                <a:sym typeface="Arial"/>
              </a:rPr>
              <a:t>Softmax</a:t>
            </a:r>
            <a:endParaRPr sz="1656" b="0" i="0" u="none" strike="noStrike" cap="none" dirty="0">
              <a:solidFill>
                <a:schemeClr val="dk1"/>
              </a:solidFill>
              <a:latin typeface="Arial"/>
              <a:ea typeface="Arial"/>
              <a:cs typeface="Arial"/>
              <a:sym typeface="Arial"/>
            </a:endParaRPr>
          </a:p>
        </p:txBody>
      </p:sp>
      <p:sp>
        <p:nvSpPr>
          <p:cNvPr id="227" name="Google Shape;227;p14"/>
          <p:cNvSpPr/>
          <p:nvPr/>
        </p:nvSpPr>
        <p:spPr>
          <a:xfrm rot="-3320325" flipH="1">
            <a:off x="10230140" y="353388"/>
            <a:ext cx="1183702" cy="1188369"/>
          </a:xfrm>
          <a:prstGeom prst="triangle">
            <a:avLst>
              <a:gd name="adj" fmla="val 50000"/>
            </a:avLst>
          </a:prstGeom>
          <a:solidFill>
            <a:srgbClr val="D8D8D8"/>
          </a:solidFill>
          <a:ln>
            <a:noFill/>
          </a:ln>
        </p:spPr>
        <p:txBody>
          <a:bodyPr spcFirstLastPara="1" wrap="square" lIns="94625" tIns="47300" rIns="94625" bIns="47300" anchor="ctr" anchorCtr="0">
            <a:noAutofit/>
          </a:bodyPr>
          <a:lstStyle/>
          <a:p>
            <a:pPr marL="0" marR="0" lvl="0" indent="0" algn="ctr" rtl="0">
              <a:lnSpc>
                <a:spcPct val="100000"/>
              </a:lnSpc>
              <a:spcBef>
                <a:spcPts val="0"/>
              </a:spcBef>
              <a:spcAft>
                <a:spcPts val="0"/>
              </a:spcAft>
              <a:buNone/>
            </a:pPr>
            <a:endParaRPr sz="1862" b="0" i="0" u="none" strike="noStrike" cap="none">
              <a:solidFill>
                <a:schemeClr val="lt1"/>
              </a:solidFill>
              <a:latin typeface="Calibri"/>
              <a:ea typeface="Calibri"/>
              <a:cs typeface="Calibri"/>
              <a:sym typeface="Calibri"/>
            </a:endParaRPr>
          </a:p>
        </p:txBody>
      </p:sp>
      <p:sp>
        <p:nvSpPr>
          <p:cNvPr id="228" name="Google Shape;228;p14"/>
          <p:cNvSpPr/>
          <p:nvPr/>
        </p:nvSpPr>
        <p:spPr>
          <a:xfrm rot="-7712071" flipH="1">
            <a:off x="10794650" y="227676"/>
            <a:ext cx="1095806" cy="909346"/>
          </a:xfrm>
          <a:prstGeom prst="triangle">
            <a:avLst>
              <a:gd name="adj" fmla="val 50000"/>
            </a:avLst>
          </a:prstGeom>
          <a:solidFill>
            <a:srgbClr val="FA6671"/>
          </a:solidFill>
          <a:ln>
            <a:noFill/>
          </a:ln>
        </p:spPr>
        <p:txBody>
          <a:bodyPr spcFirstLastPara="1" wrap="square" lIns="94625" tIns="47300" rIns="94625" bIns="47300" anchor="ctr" anchorCtr="0">
            <a:noAutofit/>
          </a:bodyPr>
          <a:lstStyle/>
          <a:p>
            <a:pPr marL="0" marR="0" lvl="0" indent="0" algn="ctr" rtl="0">
              <a:lnSpc>
                <a:spcPct val="100000"/>
              </a:lnSpc>
              <a:spcBef>
                <a:spcPts val="0"/>
              </a:spcBef>
              <a:spcAft>
                <a:spcPts val="0"/>
              </a:spcAft>
              <a:buNone/>
            </a:pPr>
            <a:endParaRPr sz="1862" b="0" i="0" u="none" strike="noStrike" cap="none">
              <a:solidFill>
                <a:schemeClr val="lt1"/>
              </a:solidFill>
              <a:latin typeface="Calibri"/>
              <a:ea typeface="Calibri"/>
              <a:cs typeface="Calibri"/>
              <a:sym typeface="Calibri"/>
            </a:endParaRPr>
          </a:p>
        </p:txBody>
      </p:sp>
      <p:cxnSp>
        <p:nvCxnSpPr>
          <p:cNvPr id="14" name="Google Shape;130;p6"/>
          <p:cNvCxnSpPr/>
          <p:nvPr/>
        </p:nvCxnSpPr>
        <p:spPr>
          <a:xfrm>
            <a:off x="179613" y="1161213"/>
            <a:ext cx="2946764" cy="5736"/>
          </a:xfrm>
          <a:prstGeom prst="straightConnector1">
            <a:avLst/>
          </a:prstGeom>
          <a:noFill/>
          <a:ln w="38100" cap="flat" cmpd="sng">
            <a:solidFill>
              <a:srgbClr val="FA6690"/>
            </a:solidFill>
            <a:prstDash val="solid"/>
            <a:round/>
            <a:headEnd type="none" w="sm" len="sm"/>
            <a:tailEnd type="none" w="sm" len="sm"/>
          </a:ln>
          <a:effectLst>
            <a:outerShdw blurRad="40000" dist="23000" dir="5400000" rotWithShape="0">
              <a:srgbClr val="000000">
                <a:alpha val="34901"/>
              </a:srgbClr>
            </a:outerShdw>
          </a:effectLst>
        </p:spPr>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15"/>
          <p:cNvSpPr txBox="1">
            <a:spLocks noGrp="1"/>
          </p:cNvSpPr>
          <p:nvPr>
            <p:ph type="subTitle" idx="1"/>
          </p:nvPr>
        </p:nvSpPr>
        <p:spPr>
          <a:xfrm>
            <a:off x="179615" y="-120103"/>
            <a:ext cx="7600543" cy="5882412"/>
          </a:xfrm>
          <a:prstGeom prst="rect">
            <a:avLst/>
          </a:prstGeom>
          <a:noFill/>
          <a:ln>
            <a:noFill/>
          </a:ln>
        </p:spPr>
        <p:txBody>
          <a:bodyPr spcFirstLastPara="1" wrap="square" lIns="91425" tIns="45700" rIns="91425" bIns="45700" anchor="t" anchorCtr="0">
            <a:noAutofit/>
          </a:bodyPr>
          <a:lstStyle/>
          <a:p>
            <a:pPr marL="457200" lvl="0" indent="-406400" algn="l" rtl="0">
              <a:lnSpc>
                <a:spcPct val="90000"/>
              </a:lnSpc>
              <a:spcBef>
                <a:spcPts val="1035"/>
              </a:spcBef>
              <a:spcAft>
                <a:spcPts val="0"/>
              </a:spcAft>
              <a:buSzPts val="2400"/>
              <a:buNone/>
            </a:pPr>
            <a:endParaRPr sz="2898" b="1" dirty="0">
              <a:solidFill>
                <a:srgbClr val="385623"/>
              </a:solidFill>
              <a:latin typeface="Times New Roman"/>
              <a:ea typeface="Times New Roman"/>
              <a:cs typeface="Times New Roman"/>
              <a:sym typeface="Times New Roman"/>
            </a:endParaRPr>
          </a:p>
          <a:p>
            <a:pPr marL="0" lvl="0" indent="0" algn="l" rtl="0">
              <a:lnSpc>
                <a:spcPct val="90000"/>
              </a:lnSpc>
              <a:spcBef>
                <a:spcPts val="1035"/>
              </a:spcBef>
              <a:spcAft>
                <a:spcPts val="0"/>
              </a:spcAft>
              <a:buSzPts val="2400"/>
              <a:buNone/>
            </a:pPr>
            <a:r>
              <a:rPr lang="en-US" sz="3500" b="1" dirty="0">
                <a:solidFill>
                  <a:srgbClr val="FA6690"/>
                </a:solidFill>
                <a:latin typeface="Times New Roman"/>
                <a:ea typeface="Times New Roman"/>
                <a:cs typeface="Times New Roman"/>
                <a:sym typeface="Times New Roman"/>
              </a:rPr>
              <a:t>System</a:t>
            </a:r>
            <a:r>
              <a:rPr lang="en-US" sz="3313" b="1" dirty="0">
                <a:solidFill>
                  <a:srgbClr val="FA6671"/>
                </a:solidFill>
                <a:latin typeface="Times New Roman"/>
                <a:ea typeface="Times New Roman"/>
                <a:cs typeface="Times New Roman"/>
                <a:sym typeface="Times New Roman"/>
              </a:rPr>
              <a:t> </a:t>
            </a:r>
            <a:r>
              <a:rPr lang="en-US" sz="3500" b="1" dirty="0">
                <a:solidFill>
                  <a:srgbClr val="FA6690"/>
                </a:solidFill>
                <a:latin typeface="Times New Roman"/>
                <a:ea typeface="Times New Roman"/>
                <a:cs typeface="Times New Roman"/>
                <a:sym typeface="Times New Roman"/>
              </a:rPr>
              <a:t>Flow</a:t>
            </a:r>
            <a:endParaRPr sz="3500" b="1" dirty="0">
              <a:solidFill>
                <a:srgbClr val="FA6690"/>
              </a:solidFill>
              <a:latin typeface="Times New Roman"/>
              <a:ea typeface="Times New Roman"/>
              <a:cs typeface="Times New Roman"/>
            </a:endParaRPr>
          </a:p>
          <a:p>
            <a:pPr marL="0" lvl="0" indent="0" algn="l" rtl="0">
              <a:lnSpc>
                <a:spcPct val="90000"/>
              </a:lnSpc>
              <a:spcBef>
                <a:spcPts val="1035"/>
              </a:spcBef>
              <a:spcAft>
                <a:spcPts val="0"/>
              </a:spcAft>
              <a:buSzPts val="2400"/>
              <a:buNone/>
            </a:pPr>
            <a:r>
              <a:rPr lang="en-US" sz="3313" b="1" dirty="0">
                <a:solidFill>
                  <a:srgbClr val="548135"/>
                </a:solidFill>
                <a:latin typeface="Times New Roman"/>
                <a:ea typeface="Times New Roman"/>
                <a:cs typeface="Times New Roman"/>
                <a:sym typeface="Times New Roman"/>
              </a:rPr>
              <a:t> </a:t>
            </a:r>
            <a:br>
              <a:rPr lang="en-US" sz="3313" b="1" dirty="0">
                <a:solidFill>
                  <a:srgbClr val="548135"/>
                </a:solidFill>
                <a:latin typeface="Times New Roman"/>
                <a:ea typeface="Times New Roman"/>
                <a:cs typeface="Times New Roman"/>
                <a:sym typeface="Times New Roman"/>
              </a:rPr>
            </a:br>
            <a:endParaRPr sz="2069" dirty="0">
              <a:latin typeface="Times New Roman"/>
              <a:ea typeface="Times New Roman"/>
              <a:cs typeface="Times New Roman"/>
              <a:sym typeface="Times New Roman"/>
            </a:endParaRPr>
          </a:p>
          <a:p>
            <a:pPr marL="52581" lvl="0" indent="0" algn="l" rtl="0">
              <a:lnSpc>
                <a:spcPct val="90000"/>
              </a:lnSpc>
              <a:spcBef>
                <a:spcPts val="1035"/>
              </a:spcBef>
              <a:spcAft>
                <a:spcPts val="0"/>
              </a:spcAft>
              <a:buSzPts val="2400"/>
              <a:buNone/>
            </a:pPr>
            <a:endParaRPr sz="726" dirty="0">
              <a:latin typeface="Times New Roman"/>
              <a:ea typeface="Times New Roman"/>
              <a:cs typeface="Times New Roman"/>
              <a:sym typeface="Times New Roman"/>
            </a:endParaRPr>
          </a:p>
        </p:txBody>
      </p:sp>
      <p:sp>
        <p:nvSpPr>
          <p:cNvPr id="235" name="Google Shape;235;p15"/>
          <p:cNvSpPr txBox="1">
            <a:spLocks noGrp="1"/>
          </p:cNvSpPr>
          <p:nvPr>
            <p:ph type="sldNum" idx="12"/>
          </p:nvPr>
        </p:nvSpPr>
        <p:spPr>
          <a:xfrm>
            <a:off x="8610603" y="6356361"/>
            <a:ext cx="2743201" cy="36512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16</a:t>
            </a:fld>
            <a:endParaRPr/>
          </a:p>
        </p:txBody>
      </p:sp>
      <p:sp>
        <p:nvSpPr>
          <p:cNvPr id="236" name="Google Shape;236;p15"/>
          <p:cNvSpPr txBox="1">
            <a:spLocks noGrp="1"/>
          </p:cNvSpPr>
          <p:nvPr>
            <p:ph type="ctrTitle"/>
          </p:nvPr>
        </p:nvSpPr>
        <p:spPr>
          <a:xfrm>
            <a:off x="121860" y="1289001"/>
            <a:ext cx="9090997" cy="966624"/>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SzPts val="6000"/>
              <a:buNone/>
            </a:pPr>
            <a:r>
              <a:rPr lang="en-US" sz="2800" b="1" u="sng" dirty="0">
                <a:solidFill>
                  <a:schemeClr val="dk1"/>
                </a:solidFill>
              </a:rPr>
              <a:t>Feature Extraction &amp; Classification (Deep Learning Model): </a:t>
            </a:r>
            <a:r>
              <a:rPr lang="en-US" sz="3000" b="1" u="sng" dirty="0" err="1">
                <a:solidFill>
                  <a:srgbClr val="FA6690"/>
                </a:solidFill>
                <a:latin typeface="Times New Roman"/>
                <a:ea typeface="Times New Roman"/>
                <a:cs typeface="Times New Roman"/>
              </a:rPr>
              <a:t>ResNet</a:t>
            </a:r>
            <a:endParaRPr sz="3000" b="1" u="sng" dirty="0">
              <a:solidFill>
                <a:srgbClr val="FA6690"/>
              </a:solidFill>
              <a:latin typeface="Times New Roman"/>
              <a:ea typeface="Times New Roman"/>
              <a:cs typeface="Times New Roman"/>
            </a:endParaRPr>
          </a:p>
        </p:txBody>
      </p:sp>
      <p:sp>
        <p:nvSpPr>
          <p:cNvPr id="237" name="Google Shape;237;p15"/>
          <p:cNvSpPr txBox="1"/>
          <p:nvPr/>
        </p:nvSpPr>
        <p:spPr>
          <a:xfrm>
            <a:off x="179613" y="1680754"/>
            <a:ext cx="11717452" cy="4843885"/>
          </a:xfrm>
          <a:prstGeom prst="rect">
            <a:avLst/>
          </a:prstGeom>
          <a:noFill/>
          <a:ln>
            <a:noFill/>
          </a:ln>
        </p:spPr>
        <p:txBody>
          <a:bodyPr spcFirstLastPara="1" wrap="square" lIns="94625" tIns="47300" rIns="94625" bIns="47300" anchor="t" anchorCtr="0">
            <a:noAutofit/>
          </a:bodyPr>
          <a:lstStyle/>
          <a:p>
            <a:pPr marL="0" marR="0" lvl="0" indent="0" algn="just" rtl="0">
              <a:lnSpc>
                <a:spcPct val="100000"/>
              </a:lnSpc>
              <a:spcBef>
                <a:spcPts val="1000"/>
              </a:spcBef>
              <a:spcAft>
                <a:spcPts val="0"/>
              </a:spcAft>
              <a:buClr>
                <a:schemeClr val="dk1"/>
              </a:buClr>
              <a:buSzPts val="2400"/>
              <a:buFont typeface="Arial"/>
              <a:buNone/>
            </a:pPr>
            <a:endParaRPr sz="2000"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just" rtl="0">
              <a:lnSpc>
                <a:spcPct val="100000"/>
              </a:lnSpc>
              <a:spcBef>
                <a:spcPts val="1621"/>
              </a:spcBef>
              <a:spcAft>
                <a:spcPts val="0"/>
              </a:spcAft>
              <a:buClr>
                <a:schemeClr val="dk1"/>
              </a:buClr>
              <a:buSzPts val="2400"/>
              <a:buFont typeface="Arial"/>
              <a:buNone/>
            </a:pPr>
            <a:r>
              <a:rPr lang="en-US" sz="2000"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The residual network structure is more in-depth than other networks. The network is characterized by huge layers. the vanishing gradient can occur and spread between layers with the convolution process. The gradient problem can be reduced by identity block. The main characteristic of its distinction is its formation of five successive stages, the main stages contain a convolution block and an identity block.</a:t>
            </a:r>
            <a:endParaRPr sz="2000" dirty="0">
              <a:latin typeface="Times New Roman" panose="02020603050405020304" pitchFamily="18" charset="0"/>
              <a:cs typeface="Times New Roman" panose="02020603050405020304" pitchFamily="18" charset="0"/>
            </a:endParaRPr>
          </a:p>
          <a:p>
            <a:pPr marL="0" marR="0" lvl="0" indent="0" algn="just" rtl="0">
              <a:lnSpc>
                <a:spcPct val="100000"/>
              </a:lnSpc>
              <a:spcBef>
                <a:spcPts val="1621"/>
              </a:spcBef>
              <a:spcAft>
                <a:spcPts val="0"/>
              </a:spcAft>
              <a:buClr>
                <a:schemeClr val="dk1"/>
              </a:buClr>
              <a:buSzPts val="2400"/>
              <a:buFont typeface="Arial"/>
              <a:buNone/>
            </a:pPr>
            <a:endParaRPr sz="2000"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just" rtl="0">
              <a:lnSpc>
                <a:spcPct val="100000"/>
              </a:lnSpc>
              <a:spcBef>
                <a:spcPts val="1621"/>
              </a:spcBef>
              <a:spcAft>
                <a:spcPts val="0"/>
              </a:spcAft>
              <a:buClr>
                <a:schemeClr val="dk1"/>
              </a:buClr>
              <a:buSzPts val="2400"/>
              <a:buFont typeface="Arial"/>
              <a:buNone/>
            </a:pPr>
            <a:endParaRPr sz="2000"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just" rtl="0">
              <a:lnSpc>
                <a:spcPct val="100000"/>
              </a:lnSpc>
              <a:spcBef>
                <a:spcPts val="1621"/>
              </a:spcBef>
              <a:spcAft>
                <a:spcPts val="621"/>
              </a:spcAft>
              <a:buClr>
                <a:schemeClr val="dk1"/>
              </a:buClr>
              <a:buSzPts val="2400"/>
              <a:buFont typeface="Arial"/>
              <a:buNone/>
            </a:pPr>
            <a:r>
              <a:rPr lang="en-US" sz="2000"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 </a:t>
            </a:r>
            <a:endParaRPr sz="20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238" name="Google Shape;238;p15"/>
          <p:cNvSpPr/>
          <p:nvPr/>
        </p:nvSpPr>
        <p:spPr>
          <a:xfrm rot="-3320325" flipH="1">
            <a:off x="10230138" y="353387"/>
            <a:ext cx="1183702" cy="1188369"/>
          </a:xfrm>
          <a:prstGeom prst="triangle">
            <a:avLst>
              <a:gd name="adj" fmla="val 50000"/>
            </a:avLst>
          </a:prstGeom>
          <a:solidFill>
            <a:srgbClr val="D8D8D8"/>
          </a:solidFill>
          <a:ln>
            <a:noFill/>
          </a:ln>
        </p:spPr>
        <p:txBody>
          <a:bodyPr spcFirstLastPara="1" wrap="square" lIns="94625" tIns="47300" rIns="94625" bIns="47300" anchor="ctr" anchorCtr="0">
            <a:noAutofit/>
          </a:bodyPr>
          <a:lstStyle/>
          <a:p>
            <a:pPr marL="0" marR="0" lvl="0" indent="0" algn="ctr" rtl="0">
              <a:lnSpc>
                <a:spcPct val="100000"/>
              </a:lnSpc>
              <a:spcBef>
                <a:spcPts val="0"/>
              </a:spcBef>
              <a:spcAft>
                <a:spcPts val="0"/>
              </a:spcAft>
              <a:buNone/>
            </a:pPr>
            <a:endParaRPr sz="1862" b="0" i="0" u="none" strike="noStrike" cap="none">
              <a:solidFill>
                <a:schemeClr val="lt1"/>
              </a:solidFill>
              <a:latin typeface="Calibri"/>
              <a:ea typeface="Calibri"/>
              <a:cs typeface="Calibri"/>
              <a:sym typeface="Calibri"/>
            </a:endParaRPr>
          </a:p>
        </p:txBody>
      </p:sp>
      <p:sp>
        <p:nvSpPr>
          <p:cNvPr id="239" name="Google Shape;239;p15"/>
          <p:cNvSpPr/>
          <p:nvPr/>
        </p:nvSpPr>
        <p:spPr>
          <a:xfrm rot="-7712071" flipH="1">
            <a:off x="10794650" y="227676"/>
            <a:ext cx="1095806" cy="909346"/>
          </a:xfrm>
          <a:prstGeom prst="triangle">
            <a:avLst>
              <a:gd name="adj" fmla="val 50000"/>
            </a:avLst>
          </a:prstGeom>
          <a:solidFill>
            <a:srgbClr val="FA6671"/>
          </a:solidFill>
          <a:ln>
            <a:noFill/>
          </a:ln>
        </p:spPr>
        <p:txBody>
          <a:bodyPr spcFirstLastPara="1" wrap="square" lIns="94625" tIns="47300" rIns="94625" bIns="47300" anchor="ctr" anchorCtr="0">
            <a:noAutofit/>
          </a:bodyPr>
          <a:lstStyle/>
          <a:p>
            <a:pPr marL="0" marR="0" lvl="0" indent="0" algn="ctr" rtl="0">
              <a:lnSpc>
                <a:spcPct val="100000"/>
              </a:lnSpc>
              <a:spcBef>
                <a:spcPts val="0"/>
              </a:spcBef>
              <a:spcAft>
                <a:spcPts val="0"/>
              </a:spcAft>
              <a:buNone/>
            </a:pPr>
            <a:endParaRPr sz="1862" b="0" i="0" u="none" strike="noStrike" cap="none">
              <a:solidFill>
                <a:schemeClr val="lt1"/>
              </a:solidFill>
              <a:latin typeface="Calibri"/>
              <a:ea typeface="Calibri"/>
              <a:cs typeface="Calibri"/>
              <a:sym typeface="Calibri"/>
            </a:endParaRPr>
          </a:p>
        </p:txBody>
      </p:sp>
      <p:pic>
        <p:nvPicPr>
          <p:cNvPr id="240" name="Google Shape;240;p15" descr="A picture containing chart&#10;&#10;Description automatically generated"/>
          <p:cNvPicPr preferRelativeResize="0"/>
          <p:nvPr/>
        </p:nvPicPr>
        <p:blipFill rotWithShape="1">
          <a:blip r:embed="rId3">
            <a:alphaModFix/>
          </a:blip>
          <a:srcRect t="1" b="1218"/>
          <a:stretch/>
        </p:blipFill>
        <p:spPr>
          <a:xfrm>
            <a:off x="1294171" y="3772806"/>
            <a:ext cx="9441167" cy="2625763"/>
          </a:xfrm>
          <a:prstGeom prst="rect">
            <a:avLst/>
          </a:prstGeom>
          <a:noFill/>
          <a:ln>
            <a:noFill/>
          </a:ln>
        </p:spPr>
      </p:pic>
      <p:cxnSp>
        <p:nvCxnSpPr>
          <p:cNvPr id="10" name="Google Shape;130;p6"/>
          <p:cNvCxnSpPr/>
          <p:nvPr/>
        </p:nvCxnSpPr>
        <p:spPr>
          <a:xfrm>
            <a:off x="179613" y="1161213"/>
            <a:ext cx="2946764" cy="5736"/>
          </a:xfrm>
          <a:prstGeom prst="straightConnector1">
            <a:avLst/>
          </a:prstGeom>
          <a:noFill/>
          <a:ln w="38100" cap="flat" cmpd="sng">
            <a:solidFill>
              <a:srgbClr val="FA6690"/>
            </a:solidFill>
            <a:prstDash val="solid"/>
            <a:round/>
            <a:headEnd type="none" w="sm" len="sm"/>
            <a:tailEnd type="none" w="sm" len="sm"/>
          </a:ln>
          <a:effectLst>
            <a:outerShdw blurRad="40000" dist="23000" dir="5400000" rotWithShape="0">
              <a:srgbClr val="000000">
                <a:alpha val="34901"/>
              </a:srgbClr>
            </a:outerShdw>
          </a:effectLst>
        </p:spPr>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16"/>
          <p:cNvSpPr txBox="1">
            <a:spLocks noGrp="1"/>
          </p:cNvSpPr>
          <p:nvPr>
            <p:ph type="subTitle" idx="1"/>
          </p:nvPr>
        </p:nvSpPr>
        <p:spPr>
          <a:xfrm>
            <a:off x="179615" y="-120103"/>
            <a:ext cx="7600543" cy="5882412"/>
          </a:xfrm>
          <a:prstGeom prst="rect">
            <a:avLst/>
          </a:prstGeom>
          <a:noFill/>
          <a:ln>
            <a:noFill/>
          </a:ln>
        </p:spPr>
        <p:txBody>
          <a:bodyPr spcFirstLastPara="1" wrap="square" lIns="91425" tIns="45700" rIns="91425" bIns="45700" anchor="t" anchorCtr="0">
            <a:noAutofit/>
          </a:bodyPr>
          <a:lstStyle/>
          <a:p>
            <a:pPr marL="457200" lvl="0" indent="-406400" algn="l" rtl="0">
              <a:lnSpc>
                <a:spcPct val="90000"/>
              </a:lnSpc>
              <a:spcBef>
                <a:spcPts val="1035"/>
              </a:spcBef>
              <a:spcAft>
                <a:spcPts val="0"/>
              </a:spcAft>
              <a:buSzPts val="2400"/>
              <a:buNone/>
            </a:pPr>
            <a:endParaRPr sz="2898" b="1" dirty="0">
              <a:solidFill>
                <a:srgbClr val="385623"/>
              </a:solidFill>
              <a:latin typeface="Times New Roman"/>
              <a:ea typeface="Times New Roman"/>
              <a:cs typeface="Times New Roman"/>
              <a:sym typeface="Times New Roman"/>
            </a:endParaRPr>
          </a:p>
          <a:p>
            <a:pPr marL="0" lvl="0" indent="0" algn="l" rtl="0">
              <a:lnSpc>
                <a:spcPct val="90000"/>
              </a:lnSpc>
              <a:spcBef>
                <a:spcPts val="1035"/>
              </a:spcBef>
              <a:spcAft>
                <a:spcPts val="0"/>
              </a:spcAft>
              <a:buSzPts val="2400"/>
              <a:buNone/>
            </a:pPr>
            <a:r>
              <a:rPr lang="en-US" sz="3500" b="1" dirty="0">
                <a:solidFill>
                  <a:srgbClr val="FA6690"/>
                </a:solidFill>
                <a:latin typeface="Times New Roman"/>
                <a:ea typeface="Times New Roman"/>
                <a:cs typeface="Times New Roman"/>
                <a:sym typeface="Times New Roman"/>
              </a:rPr>
              <a:t>System</a:t>
            </a:r>
            <a:r>
              <a:rPr lang="en-US" sz="3313" b="1" dirty="0">
                <a:solidFill>
                  <a:srgbClr val="FA6671"/>
                </a:solidFill>
                <a:latin typeface="Times New Roman"/>
                <a:ea typeface="Times New Roman"/>
                <a:cs typeface="Times New Roman"/>
                <a:sym typeface="Times New Roman"/>
              </a:rPr>
              <a:t> </a:t>
            </a:r>
            <a:r>
              <a:rPr lang="en-US" sz="3500" b="1" dirty="0">
                <a:solidFill>
                  <a:srgbClr val="FA6690"/>
                </a:solidFill>
                <a:latin typeface="Times New Roman"/>
                <a:ea typeface="Times New Roman"/>
                <a:cs typeface="Times New Roman"/>
                <a:sym typeface="Times New Roman"/>
              </a:rPr>
              <a:t>Flow</a:t>
            </a:r>
            <a:endParaRPr sz="3500" b="1" dirty="0">
              <a:solidFill>
                <a:srgbClr val="FA6690"/>
              </a:solidFill>
              <a:latin typeface="Times New Roman"/>
              <a:ea typeface="Times New Roman"/>
              <a:cs typeface="Times New Roman"/>
            </a:endParaRPr>
          </a:p>
          <a:p>
            <a:pPr marL="0" lvl="0" indent="0" algn="l" rtl="0">
              <a:lnSpc>
                <a:spcPct val="90000"/>
              </a:lnSpc>
              <a:spcBef>
                <a:spcPts val="1035"/>
              </a:spcBef>
              <a:spcAft>
                <a:spcPts val="0"/>
              </a:spcAft>
              <a:buSzPts val="2400"/>
              <a:buNone/>
            </a:pPr>
            <a:r>
              <a:rPr lang="en-US" sz="3313" b="1" dirty="0">
                <a:solidFill>
                  <a:srgbClr val="548135"/>
                </a:solidFill>
                <a:latin typeface="Times New Roman"/>
                <a:ea typeface="Times New Roman"/>
                <a:cs typeface="Times New Roman"/>
                <a:sym typeface="Times New Roman"/>
              </a:rPr>
              <a:t> </a:t>
            </a:r>
            <a:br>
              <a:rPr lang="en-US" sz="3313" b="1" dirty="0">
                <a:solidFill>
                  <a:srgbClr val="548135"/>
                </a:solidFill>
                <a:latin typeface="Times New Roman"/>
                <a:ea typeface="Times New Roman"/>
                <a:cs typeface="Times New Roman"/>
                <a:sym typeface="Times New Roman"/>
              </a:rPr>
            </a:br>
            <a:endParaRPr sz="2069" dirty="0">
              <a:latin typeface="Times New Roman"/>
              <a:ea typeface="Times New Roman"/>
              <a:cs typeface="Times New Roman"/>
              <a:sym typeface="Times New Roman"/>
            </a:endParaRPr>
          </a:p>
          <a:p>
            <a:pPr marL="52581" lvl="0" indent="0" algn="l" rtl="0">
              <a:lnSpc>
                <a:spcPct val="90000"/>
              </a:lnSpc>
              <a:spcBef>
                <a:spcPts val="1035"/>
              </a:spcBef>
              <a:spcAft>
                <a:spcPts val="0"/>
              </a:spcAft>
              <a:buSzPts val="2400"/>
              <a:buNone/>
            </a:pPr>
            <a:endParaRPr sz="726" dirty="0">
              <a:latin typeface="Times New Roman"/>
              <a:ea typeface="Times New Roman"/>
              <a:cs typeface="Times New Roman"/>
              <a:sym typeface="Times New Roman"/>
            </a:endParaRPr>
          </a:p>
        </p:txBody>
      </p:sp>
      <p:sp>
        <p:nvSpPr>
          <p:cNvPr id="247" name="Google Shape;247;p16"/>
          <p:cNvSpPr txBox="1">
            <a:spLocks noGrp="1"/>
          </p:cNvSpPr>
          <p:nvPr>
            <p:ph type="sldNum" idx="12"/>
          </p:nvPr>
        </p:nvSpPr>
        <p:spPr>
          <a:xfrm>
            <a:off x="8610603" y="6356361"/>
            <a:ext cx="2743201" cy="36512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17</a:t>
            </a:fld>
            <a:endParaRPr/>
          </a:p>
        </p:txBody>
      </p:sp>
      <p:sp>
        <p:nvSpPr>
          <p:cNvPr id="248" name="Google Shape;248;p16"/>
          <p:cNvSpPr txBox="1">
            <a:spLocks noGrp="1"/>
          </p:cNvSpPr>
          <p:nvPr>
            <p:ph type="ctrTitle"/>
          </p:nvPr>
        </p:nvSpPr>
        <p:spPr>
          <a:xfrm>
            <a:off x="179614" y="1274441"/>
            <a:ext cx="10073719" cy="995745"/>
          </a:xfrm>
          <a:prstGeom prst="rect">
            <a:avLst/>
          </a:prstGeom>
          <a:noFill/>
          <a:ln>
            <a:noFill/>
          </a:ln>
        </p:spPr>
        <p:txBody>
          <a:bodyPr spcFirstLastPara="1" wrap="square" lIns="91425" tIns="45700" rIns="91425" bIns="45700" anchor="b" anchorCtr="0">
            <a:noAutofit/>
          </a:bodyPr>
          <a:lstStyle/>
          <a:p>
            <a:pPr lvl="0" algn="l"/>
            <a:r>
              <a:rPr lang="en-US" sz="2800" b="1" u="sng" dirty="0">
                <a:solidFill>
                  <a:schemeClr val="dk1"/>
                </a:solidFill>
              </a:rPr>
              <a:t>Feature Extraction &amp; Classification (Deep Learning </a:t>
            </a:r>
            <a:r>
              <a:rPr lang="en-US" sz="2800" b="1" u="sng" dirty="0"/>
              <a:t>Model): </a:t>
            </a:r>
            <a:r>
              <a:rPr lang="en-US" sz="3000" b="1" u="sng" dirty="0">
                <a:solidFill>
                  <a:srgbClr val="FA6690"/>
                </a:solidFill>
                <a:latin typeface="Times New Roman"/>
                <a:ea typeface="Times New Roman"/>
                <a:cs typeface="Times New Roman"/>
              </a:rPr>
              <a:t>Inception</a:t>
            </a:r>
            <a:endParaRPr sz="3000" b="1" u="sng" dirty="0">
              <a:solidFill>
                <a:srgbClr val="FA6690"/>
              </a:solidFill>
              <a:latin typeface="Times New Roman"/>
              <a:ea typeface="Times New Roman"/>
              <a:cs typeface="Times New Roman"/>
            </a:endParaRPr>
          </a:p>
        </p:txBody>
      </p:sp>
      <p:sp>
        <p:nvSpPr>
          <p:cNvPr id="249" name="Google Shape;249;p16"/>
          <p:cNvSpPr txBox="1"/>
          <p:nvPr/>
        </p:nvSpPr>
        <p:spPr>
          <a:xfrm>
            <a:off x="179613" y="1548510"/>
            <a:ext cx="11717452" cy="3396496"/>
          </a:xfrm>
          <a:prstGeom prst="rect">
            <a:avLst/>
          </a:prstGeom>
          <a:noFill/>
          <a:ln>
            <a:noFill/>
          </a:ln>
        </p:spPr>
        <p:txBody>
          <a:bodyPr spcFirstLastPara="1" wrap="square" lIns="94625" tIns="47300" rIns="94625" bIns="47300" anchor="t" anchorCtr="0">
            <a:noAutofit/>
          </a:bodyPr>
          <a:lstStyle/>
          <a:p>
            <a:pPr marL="0" marR="0" lvl="0" indent="0" algn="just" rtl="0">
              <a:lnSpc>
                <a:spcPct val="100000"/>
              </a:lnSpc>
              <a:spcBef>
                <a:spcPts val="1000"/>
              </a:spcBef>
              <a:spcAft>
                <a:spcPts val="0"/>
              </a:spcAft>
              <a:buClr>
                <a:schemeClr val="dk1"/>
              </a:buClr>
              <a:buSzPts val="2400"/>
              <a:buFont typeface="Arial"/>
              <a:buNone/>
            </a:pPr>
            <a:endParaRPr sz="3500" b="1" dirty="0">
              <a:solidFill>
                <a:srgbClr val="FA6690"/>
              </a:solidFill>
              <a:latin typeface="Times New Roman"/>
              <a:ea typeface="Times New Roman"/>
              <a:cs typeface="Times New Roman"/>
              <a:sym typeface="Times New Roman"/>
            </a:endParaRPr>
          </a:p>
          <a:p>
            <a:pPr marL="0" marR="0" lvl="0" indent="0" algn="just" rtl="0">
              <a:lnSpc>
                <a:spcPct val="100000"/>
              </a:lnSpc>
              <a:spcBef>
                <a:spcPts val="1621"/>
              </a:spcBef>
              <a:spcAft>
                <a:spcPts val="0"/>
              </a:spcAft>
              <a:buClr>
                <a:schemeClr val="dk1"/>
              </a:buClr>
              <a:buSzPts val="2400"/>
              <a:buFont typeface="Arial"/>
              <a:buNone/>
            </a:pPr>
            <a:r>
              <a:rPr lang="en-US" sz="2000"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Inception Network: It is considered an advanced structure for deep learning models for solving data detection and classification problems. The inception network is characterized by the extraction of global and local features at the same time.</a:t>
            </a:r>
            <a:endParaRPr sz="2000" dirty="0">
              <a:latin typeface="Times New Roman" panose="02020603050405020304" pitchFamily="18" charset="0"/>
              <a:cs typeface="Times New Roman" panose="02020603050405020304" pitchFamily="18" charset="0"/>
            </a:endParaRPr>
          </a:p>
          <a:p>
            <a:pPr marL="0" marR="0" lvl="0" indent="0" algn="just" rtl="0">
              <a:lnSpc>
                <a:spcPct val="100000"/>
              </a:lnSpc>
              <a:spcBef>
                <a:spcPts val="1621"/>
              </a:spcBef>
              <a:spcAft>
                <a:spcPts val="0"/>
              </a:spcAft>
              <a:buClr>
                <a:schemeClr val="dk1"/>
              </a:buClr>
              <a:buSzPts val="2400"/>
              <a:buFont typeface="Arial"/>
              <a:buNone/>
            </a:pPr>
            <a:endParaRPr sz="1862" b="0" i="0" u="none" strike="noStrike" cap="none" dirty="0">
              <a:solidFill>
                <a:schemeClr val="dk1"/>
              </a:solidFill>
              <a:latin typeface="Times New Roman"/>
              <a:ea typeface="Times New Roman"/>
              <a:cs typeface="Times New Roman"/>
              <a:sym typeface="Times New Roman"/>
            </a:endParaRPr>
          </a:p>
        </p:txBody>
      </p:sp>
      <p:pic>
        <p:nvPicPr>
          <p:cNvPr id="250" name="Google Shape;250;p16"/>
          <p:cNvPicPr preferRelativeResize="0"/>
          <p:nvPr/>
        </p:nvPicPr>
        <p:blipFill rotWithShape="1">
          <a:blip r:embed="rId3">
            <a:alphaModFix/>
          </a:blip>
          <a:srcRect b="9693"/>
          <a:stretch/>
        </p:blipFill>
        <p:spPr>
          <a:xfrm>
            <a:off x="2625593" y="3561593"/>
            <a:ext cx="6650338" cy="2806648"/>
          </a:xfrm>
          <a:prstGeom prst="rect">
            <a:avLst/>
          </a:prstGeom>
          <a:noFill/>
          <a:ln>
            <a:noFill/>
          </a:ln>
        </p:spPr>
      </p:pic>
      <p:sp>
        <p:nvSpPr>
          <p:cNvPr id="251" name="Google Shape;251;p16"/>
          <p:cNvSpPr/>
          <p:nvPr/>
        </p:nvSpPr>
        <p:spPr>
          <a:xfrm rot="-3320325" flipH="1">
            <a:off x="10230140" y="353388"/>
            <a:ext cx="1183702" cy="1188369"/>
          </a:xfrm>
          <a:prstGeom prst="triangle">
            <a:avLst>
              <a:gd name="adj" fmla="val 50000"/>
            </a:avLst>
          </a:prstGeom>
          <a:solidFill>
            <a:srgbClr val="D8D8D8"/>
          </a:solidFill>
          <a:ln>
            <a:noFill/>
          </a:ln>
        </p:spPr>
        <p:txBody>
          <a:bodyPr spcFirstLastPara="1" wrap="square" lIns="94625" tIns="47300" rIns="94625" bIns="47300" anchor="ctr" anchorCtr="0">
            <a:noAutofit/>
          </a:bodyPr>
          <a:lstStyle/>
          <a:p>
            <a:pPr marL="0" marR="0" lvl="0" indent="0" algn="ctr" rtl="0">
              <a:lnSpc>
                <a:spcPct val="100000"/>
              </a:lnSpc>
              <a:spcBef>
                <a:spcPts val="0"/>
              </a:spcBef>
              <a:spcAft>
                <a:spcPts val="0"/>
              </a:spcAft>
              <a:buNone/>
            </a:pPr>
            <a:endParaRPr sz="1862" b="0" i="0" u="none" strike="noStrike" cap="none">
              <a:solidFill>
                <a:schemeClr val="lt1"/>
              </a:solidFill>
              <a:latin typeface="Calibri"/>
              <a:ea typeface="Calibri"/>
              <a:cs typeface="Calibri"/>
              <a:sym typeface="Calibri"/>
            </a:endParaRPr>
          </a:p>
        </p:txBody>
      </p:sp>
      <p:sp>
        <p:nvSpPr>
          <p:cNvPr id="252" name="Google Shape;252;p16"/>
          <p:cNvSpPr/>
          <p:nvPr/>
        </p:nvSpPr>
        <p:spPr>
          <a:xfrm rot="-7712071" flipH="1">
            <a:off x="10794650" y="227676"/>
            <a:ext cx="1095806" cy="909346"/>
          </a:xfrm>
          <a:prstGeom prst="triangle">
            <a:avLst>
              <a:gd name="adj" fmla="val 50000"/>
            </a:avLst>
          </a:prstGeom>
          <a:solidFill>
            <a:srgbClr val="FA6671"/>
          </a:solidFill>
          <a:ln>
            <a:noFill/>
          </a:ln>
        </p:spPr>
        <p:txBody>
          <a:bodyPr spcFirstLastPara="1" wrap="square" lIns="94625" tIns="47300" rIns="94625" bIns="47300" anchor="ctr" anchorCtr="0">
            <a:noAutofit/>
          </a:bodyPr>
          <a:lstStyle/>
          <a:p>
            <a:pPr marL="0" marR="0" lvl="0" indent="0" algn="ctr" rtl="0">
              <a:lnSpc>
                <a:spcPct val="100000"/>
              </a:lnSpc>
              <a:spcBef>
                <a:spcPts val="0"/>
              </a:spcBef>
              <a:spcAft>
                <a:spcPts val="0"/>
              </a:spcAft>
              <a:buNone/>
            </a:pPr>
            <a:endParaRPr sz="1862" b="0" i="0" u="none" strike="noStrike" cap="none">
              <a:solidFill>
                <a:schemeClr val="lt1"/>
              </a:solidFill>
              <a:latin typeface="Calibri"/>
              <a:ea typeface="Calibri"/>
              <a:cs typeface="Calibri"/>
              <a:sym typeface="Calibri"/>
            </a:endParaRPr>
          </a:p>
        </p:txBody>
      </p:sp>
      <p:cxnSp>
        <p:nvCxnSpPr>
          <p:cNvPr id="10" name="Google Shape;130;p6"/>
          <p:cNvCxnSpPr/>
          <p:nvPr/>
        </p:nvCxnSpPr>
        <p:spPr>
          <a:xfrm>
            <a:off x="179613" y="1161213"/>
            <a:ext cx="2946764" cy="5736"/>
          </a:xfrm>
          <a:prstGeom prst="straightConnector1">
            <a:avLst/>
          </a:prstGeom>
          <a:noFill/>
          <a:ln w="38100" cap="flat" cmpd="sng">
            <a:solidFill>
              <a:srgbClr val="FA6690"/>
            </a:solidFill>
            <a:prstDash val="solid"/>
            <a:round/>
            <a:headEnd type="none" w="sm" len="sm"/>
            <a:tailEnd type="none" w="sm" len="sm"/>
          </a:ln>
          <a:effectLst>
            <a:outerShdw blurRad="40000" dist="23000" dir="5400000" rotWithShape="0">
              <a:srgbClr val="000000">
                <a:alpha val="34901"/>
              </a:srgbClr>
            </a:outerShdw>
          </a:effectLst>
        </p:spPr>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18"/>
          <p:cNvSpPr txBox="1">
            <a:spLocks noGrp="1"/>
          </p:cNvSpPr>
          <p:nvPr>
            <p:ph type="sldNum" idx="12"/>
          </p:nvPr>
        </p:nvSpPr>
        <p:spPr>
          <a:xfrm>
            <a:off x="8610603" y="6356361"/>
            <a:ext cx="2743201" cy="36512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18</a:t>
            </a:fld>
            <a:endParaRPr/>
          </a:p>
        </p:txBody>
      </p:sp>
      <p:pic>
        <p:nvPicPr>
          <p:cNvPr id="269" name="Google Shape;269;p18"/>
          <p:cNvPicPr preferRelativeResize="0"/>
          <p:nvPr/>
        </p:nvPicPr>
        <p:blipFill rotWithShape="1">
          <a:blip r:embed="rId3">
            <a:alphaModFix/>
          </a:blip>
          <a:srcRect/>
          <a:stretch/>
        </p:blipFill>
        <p:spPr>
          <a:xfrm>
            <a:off x="1175657" y="1008515"/>
            <a:ext cx="9114972" cy="4347255"/>
          </a:xfrm>
          <a:prstGeom prst="rect">
            <a:avLst/>
          </a:prstGeom>
          <a:noFill/>
          <a:ln>
            <a:noFill/>
          </a:ln>
        </p:spPr>
      </p:pic>
    </p:spTree>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96DE0336-FE28-E1E4-E684-8C28A5217D4A}"/>
              </a:ext>
            </a:extLst>
          </p:cNvPr>
          <p:cNvSpPr>
            <a:spLocks noGrp="1"/>
          </p:cNvSpPr>
          <p:nvPr>
            <p:ph type="subTitle" idx="1"/>
          </p:nvPr>
        </p:nvSpPr>
        <p:spPr>
          <a:xfrm>
            <a:off x="179615" y="-120103"/>
            <a:ext cx="7600543" cy="5882412"/>
          </a:xfrm>
        </p:spPr>
        <p:txBody>
          <a:bodyPr/>
          <a:lstStyle/>
          <a:p>
            <a:pPr algn="l"/>
            <a:endParaRPr lang="en-US" sz="2898" b="1" dirty="0">
              <a:solidFill>
                <a:schemeClr val="accent6">
                  <a:lumMod val="50000"/>
                </a:schemeClr>
              </a:solidFill>
              <a:latin typeface="Times New Roman" panose="02020603050405020304" pitchFamily="18" charset="0"/>
              <a:cs typeface="Times New Roman" panose="02020603050405020304" pitchFamily="18" charset="0"/>
            </a:endParaRPr>
          </a:p>
          <a:p>
            <a:pPr marL="0" indent="0" algn="l"/>
            <a:r>
              <a:rPr lang="en-US" sz="3313" b="1" dirty="0">
                <a:solidFill>
                  <a:srgbClr val="FA6671"/>
                </a:solidFill>
                <a:latin typeface="Times New Roman" panose="02020603050405020304" pitchFamily="18" charset="0"/>
                <a:cs typeface="Times New Roman" panose="02020603050405020304" pitchFamily="18" charset="0"/>
              </a:rPr>
              <a:t>Experimental Result </a:t>
            </a:r>
          </a:p>
          <a:p>
            <a:pPr marL="0" indent="0" algn="l"/>
            <a:r>
              <a:rPr lang="en-US" sz="3313" b="1" dirty="0">
                <a:solidFill>
                  <a:schemeClr val="accent6">
                    <a:lumMod val="75000"/>
                  </a:schemeClr>
                </a:solidFill>
                <a:latin typeface="Times New Roman" panose="02020603050405020304" pitchFamily="18" charset="0"/>
                <a:cs typeface="Times New Roman" panose="02020603050405020304" pitchFamily="18" charset="0"/>
              </a:rPr>
              <a:t> </a:t>
            </a:r>
            <a:br>
              <a:rPr lang="en-US" sz="3313" b="1" dirty="0">
                <a:solidFill>
                  <a:schemeClr val="accent6">
                    <a:lumMod val="75000"/>
                  </a:schemeClr>
                </a:solidFill>
                <a:latin typeface="Times New Roman" panose="02020603050405020304" pitchFamily="18" charset="0"/>
                <a:cs typeface="Times New Roman" panose="02020603050405020304" pitchFamily="18" charset="0"/>
              </a:rPr>
            </a:br>
            <a:endParaRPr lang="en-US" sz="2069" dirty="0">
              <a:latin typeface="Times New Roman" panose="02020603050405020304" pitchFamily="18" charset="0"/>
              <a:cs typeface="Times New Roman" panose="02020603050405020304" pitchFamily="18" charset="0"/>
            </a:endParaRPr>
          </a:p>
          <a:p>
            <a:pPr marL="52581" indent="0" algn="l"/>
            <a:endParaRPr lang="en-US" sz="726" dirty="0">
              <a:latin typeface="Times New Roman" panose="02020603050405020304" pitchFamily="18" charset="0"/>
              <a:cs typeface="Times New Roman" panose="02020603050405020304" pitchFamily="18" charset="0"/>
            </a:endParaRPr>
          </a:p>
        </p:txBody>
      </p:sp>
      <p:cxnSp>
        <p:nvCxnSpPr>
          <p:cNvPr id="8" name="Straight Connector 7">
            <a:extLst>
              <a:ext uri="{FF2B5EF4-FFF2-40B4-BE49-F238E27FC236}">
                <a16:creationId xmlns:a16="http://schemas.microsoft.com/office/drawing/2014/main" id="{D590224B-6DB4-4F5F-8050-E465BAABC648}"/>
              </a:ext>
            </a:extLst>
          </p:cNvPr>
          <p:cNvCxnSpPr/>
          <p:nvPr/>
        </p:nvCxnSpPr>
        <p:spPr>
          <a:xfrm>
            <a:off x="179614" y="1161214"/>
            <a:ext cx="4045289" cy="29120"/>
          </a:xfrm>
          <a:prstGeom prst="line">
            <a:avLst/>
          </a:prstGeom>
          <a:ln>
            <a:solidFill>
              <a:srgbClr val="FA6671"/>
            </a:solidFill>
          </a:ln>
        </p:spPr>
        <p:style>
          <a:lnRef idx="3">
            <a:schemeClr val="accent6"/>
          </a:lnRef>
          <a:fillRef idx="0">
            <a:schemeClr val="accent6"/>
          </a:fillRef>
          <a:effectRef idx="2">
            <a:schemeClr val="accent6"/>
          </a:effectRef>
          <a:fontRef idx="minor">
            <a:schemeClr val="tx1"/>
          </a:fontRef>
        </p:style>
      </p:cxnSp>
      <p:sp>
        <p:nvSpPr>
          <p:cNvPr id="9" name="Slide Number Placeholder 8">
            <a:extLst>
              <a:ext uri="{FF2B5EF4-FFF2-40B4-BE49-F238E27FC236}">
                <a16:creationId xmlns:a16="http://schemas.microsoft.com/office/drawing/2014/main" id="{A0F31BAE-AC97-6217-1E8D-8B0B0B7921E0}"/>
              </a:ext>
            </a:extLst>
          </p:cNvPr>
          <p:cNvSpPr>
            <a:spLocks noGrp="1"/>
          </p:cNvSpPr>
          <p:nvPr>
            <p:ph type="sldNum" idx="12"/>
          </p:nvPr>
        </p:nvSpPr>
        <p:spPr/>
        <p:txBody>
          <a:bodyPr/>
          <a:lstStyle/>
          <a:p>
            <a:fld id="{00000000-1234-1234-1234-123412341234}" type="slidenum">
              <a:rPr lang="en-US" smtClean="0"/>
              <a:pPr/>
              <a:t>19</a:t>
            </a:fld>
            <a:endParaRPr lang="en-US" dirty="0"/>
          </a:p>
        </p:txBody>
      </p:sp>
      <p:sp>
        <p:nvSpPr>
          <p:cNvPr id="32" name="Title 1">
            <a:extLst>
              <a:ext uri="{FF2B5EF4-FFF2-40B4-BE49-F238E27FC236}">
                <a16:creationId xmlns:a16="http://schemas.microsoft.com/office/drawing/2014/main" id="{300142E8-538C-AE92-2A73-841716833054}"/>
              </a:ext>
            </a:extLst>
          </p:cNvPr>
          <p:cNvSpPr>
            <a:spLocks noGrp="1"/>
          </p:cNvSpPr>
          <p:nvPr>
            <p:ph type="ctrTitle"/>
          </p:nvPr>
        </p:nvSpPr>
        <p:spPr>
          <a:xfrm>
            <a:off x="179612" y="1283221"/>
            <a:ext cx="6133958" cy="554802"/>
          </a:xfrm>
        </p:spPr>
        <p:txBody>
          <a:bodyPr/>
          <a:lstStyle/>
          <a:p>
            <a:pPr algn="l"/>
            <a:r>
              <a:rPr lang="en-US" sz="3313" b="1" u="sng" dirty="0">
                <a:solidFill>
                  <a:schemeClr val="tx1"/>
                </a:solidFill>
              </a:rPr>
              <a:t>CNN Results </a:t>
            </a:r>
          </a:p>
        </p:txBody>
      </p:sp>
      <p:sp>
        <p:nvSpPr>
          <p:cNvPr id="33" name="Subtitle 2">
            <a:extLst>
              <a:ext uri="{FF2B5EF4-FFF2-40B4-BE49-F238E27FC236}">
                <a16:creationId xmlns:a16="http://schemas.microsoft.com/office/drawing/2014/main" id="{2A642F1B-9316-47E7-0741-BDE01DA4DF73}"/>
              </a:ext>
            </a:extLst>
          </p:cNvPr>
          <p:cNvSpPr txBox="1">
            <a:spLocks/>
          </p:cNvSpPr>
          <p:nvPr/>
        </p:nvSpPr>
        <p:spPr>
          <a:xfrm>
            <a:off x="92036" y="1793467"/>
            <a:ext cx="11717452" cy="4739661"/>
          </a:xfrm>
          <a:prstGeom prst="rect">
            <a:avLst/>
          </a:prstGeom>
          <a:noFill/>
          <a:ln>
            <a:noFill/>
          </a:ln>
        </p:spPr>
        <p:txBody>
          <a:bodyPr spcFirstLastPara="1" wrap="square" lIns="94627" tIns="47301" rIns="94627" bIns="47301" anchor="t" anchorCtr="0">
            <a:noAutofit/>
          </a:bodyPr>
          <a:lstStyle>
            <a:defPPr marR="0" lvl="0" algn="l" rtl="0">
              <a:lnSpc>
                <a:spcPct val="100000"/>
              </a:lnSpc>
              <a:spcBef>
                <a:spcPts val="0"/>
              </a:spcBef>
              <a:spcAft>
                <a:spcPts val="0"/>
              </a:spcAft>
            </a:defPPr>
            <a:lvl1pPr marL="457200" marR="0" lvl="0" indent="-406400" algn="ctr" rtl="0">
              <a:lnSpc>
                <a:spcPct val="90000"/>
              </a:lnSpc>
              <a:spcBef>
                <a:spcPts val="10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L="914400" marR="0" lvl="1" indent="-381000"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L="1371600" marR="0" lvl="2" indent="-355600"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L="1828800" marR="0" lvl="3"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L="2286000" marR="0" lvl="4"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L="2743200" marR="0" lvl="5"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L="3200400" marR="0" lvl="6"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L="3657600" marR="0" lvl="7"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L="4114800" marR="0" lvl="8"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pPr marL="0" indent="0" algn="just">
              <a:lnSpc>
                <a:spcPct val="100000"/>
              </a:lnSpc>
              <a:spcAft>
                <a:spcPts val="621"/>
              </a:spcAft>
            </a:pPr>
            <a:endParaRPr lang="en-US" sz="1863" dirty="0">
              <a:latin typeface="Times New Roman" panose="02020603050405020304" pitchFamily="18" charset="0"/>
              <a:cs typeface="Times New Roman" panose="02020603050405020304" pitchFamily="18" charset="0"/>
            </a:endParaRPr>
          </a:p>
          <a:p>
            <a:pPr marL="0" indent="0" algn="just">
              <a:lnSpc>
                <a:spcPct val="100000"/>
              </a:lnSpc>
              <a:spcAft>
                <a:spcPts val="621"/>
              </a:spcAft>
            </a:pPr>
            <a:endParaRPr lang="en-US" sz="1863" dirty="0">
              <a:latin typeface="Times New Roman" panose="02020603050405020304" pitchFamily="18" charset="0"/>
              <a:cs typeface="Times New Roman" panose="02020603050405020304" pitchFamily="18" charset="0"/>
            </a:endParaRPr>
          </a:p>
          <a:p>
            <a:pPr marL="0" indent="0" algn="just">
              <a:lnSpc>
                <a:spcPct val="100000"/>
              </a:lnSpc>
              <a:spcAft>
                <a:spcPts val="621"/>
              </a:spcAft>
            </a:pPr>
            <a:r>
              <a:rPr lang="en-US" sz="1863" dirty="0">
                <a:latin typeface="Times New Roman" panose="02020603050405020304" pitchFamily="18" charset="0"/>
                <a:cs typeface="Times New Roman" panose="02020603050405020304" pitchFamily="18" charset="0"/>
              </a:rPr>
              <a:t>. </a:t>
            </a:r>
            <a:endParaRPr lang="en-US" sz="2069" dirty="0"/>
          </a:p>
        </p:txBody>
      </p:sp>
      <p:sp>
        <p:nvSpPr>
          <p:cNvPr id="11" name="Google Shape;211;p19">
            <a:extLst>
              <a:ext uri="{FF2B5EF4-FFF2-40B4-BE49-F238E27FC236}">
                <a16:creationId xmlns:a16="http://schemas.microsoft.com/office/drawing/2014/main" id="{34422662-040E-FDBE-007D-42AAA975596C}"/>
              </a:ext>
            </a:extLst>
          </p:cNvPr>
          <p:cNvSpPr/>
          <p:nvPr/>
        </p:nvSpPr>
        <p:spPr>
          <a:xfrm rot="18279675" flipH="1">
            <a:off x="10230140" y="353388"/>
            <a:ext cx="1183702" cy="1188369"/>
          </a:xfrm>
          <a:prstGeom prst="triangle">
            <a:avLst>
              <a:gd name="adj" fmla="val 50000"/>
            </a:avLst>
          </a:prstGeom>
          <a:solidFill>
            <a:schemeClr val="bg1">
              <a:lumMod val="85000"/>
            </a:schemeClr>
          </a:solidFill>
          <a:ln>
            <a:noFill/>
          </a:ln>
        </p:spPr>
        <p:txBody>
          <a:bodyPr spcFirstLastPara="1" wrap="square" lIns="94627" tIns="47301" rIns="94627" bIns="47301" anchor="ctr" anchorCtr="0">
            <a:noAutofit/>
          </a:bodyPr>
          <a:lstStyle/>
          <a:p>
            <a:pPr algn="ctr"/>
            <a:endParaRPr sz="1863">
              <a:solidFill>
                <a:schemeClr val="lt1"/>
              </a:solidFill>
              <a:latin typeface="Calibri"/>
              <a:ea typeface="Calibri"/>
              <a:cs typeface="Calibri"/>
              <a:sym typeface="Calibri"/>
            </a:endParaRPr>
          </a:p>
        </p:txBody>
      </p:sp>
      <p:sp>
        <p:nvSpPr>
          <p:cNvPr id="12" name="Google Shape;212;p19">
            <a:extLst>
              <a:ext uri="{FF2B5EF4-FFF2-40B4-BE49-F238E27FC236}">
                <a16:creationId xmlns:a16="http://schemas.microsoft.com/office/drawing/2014/main" id="{009592B4-7256-9624-5611-87DFC378F044}"/>
              </a:ext>
            </a:extLst>
          </p:cNvPr>
          <p:cNvSpPr/>
          <p:nvPr/>
        </p:nvSpPr>
        <p:spPr>
          <a:xfrm rot="13887929" flipH="1">
            <a:off x="10794650" y="227676"/>
            <a:ext cx="1095806" cy="909346"/>
          </a:xfrm>
          <a:prstGeom prst="triangle">
            <a:avLst>
              <a:gd name="adj" fmla="val 50000"/>
            </a:avLst>
          </a:prstGeom>
          <a:solidFill>
            <a:srgbClr val="FA6671"/>
          </a:solidFill>
          <a:ln>
            <a:noFill/>
          </a:ln>
        </p:spPr>
        <p:txBody>
          <a:bodyPr spcFirstLastPara="1" wrap="square" lIns="94627" tIns="47301" rIns="94627" bIns="47301" anchor="ctr" anchorCtr="0">
            <a:noAutofit/>
          </a:bodyPr>
          <a:lstStyle/>
          <a:p>
            <a:pPr algn="ctr"/>
            <a:endParaRPr sz="1863">
              <a:solidFill>
                <a:schemeClr val="lt1"/>
              </a:solidFill>
              <a:latin typeface="Calibri"/>
              <a:ea typeface="Calibri"/>
              <a:cs typeface="Calibri"/>
              <a:sym typeface="Calibri"/>
            </a:endParaRPr>
          </a:p>
        </p:txBody>
      </p:sp>
      <p:graphicFrame>
        <p:nvGraphicFramePr>
          <p:cNvPr id="13" name="Table 6">
            <a:extLst>
              <a:ext uri="{FF2B5EF4-FFF2-40B4-BE49-F238E27FC236}">
                <a16:creationId xmlns:a16="http://schemas.microsoft.com/office/drawing/2014/main" id="{89582452-3037-F5D6-E6B2-4BC64F1B6F32}"/>
              </a:ext>
            </a:extLst>
          </p:cNvPr>
          <p:cNvGraphicFramePr>
            <a:graphicFrameLocks noGrp="1"/>
          </p:cNvGraphicFramePr>
          <p:nvPr/>
        </p:nvGraphicFramePr>
        <p:xfrm>
          <a:off x="179616" y="2268676"/>
          <a:ext cx="11592177" cy="2322884"/>
        </p:xfrm>
        <a:graphic>
          <a:graphicData uri="http://schemas.openxmlformats.org/drawingml/2006/table">
            <a:tbl>
              <a:tblPr firstRow="1" bandRow="1">
                <a:tableStyleId>{5C22544A-7EE6-4342-B048-85BDC9FD1C3A}</a:tableStyleId>
              </a:tblPr>
              <a:tblGrid>
                <a:gridCol w="3187698">
                  <a:extLst>
                    <a:ext uri="{9D8B030D-6E8A-4147-A177-3AD203B41FA5}">
                      <a16:colId xmlns:a16="http://schemas.microsoft.com/office/drawing/2014/main" val="20000"/>
                    </a:ext>
                  </a:extLst>
                </a:gridCol>
                <a:gridCol w="1465943">
                  <a:extLst>
                    <a:ext uri="{9D8B030D-6E8A-4147-A177-3AD203B41FA5}">
                      <a16:colId xmlns:a16="http://schemas.microsoft.com/office/drawing/2014/main" val="3674087195"/>
                    </a:ext>
                  </a:extLst>
                </a:gridCol>
                <a:gridCol w="1363802">
                  <a:extLst>
                    <a:ext uri="{9D8B030D-6E8A-4147-A177-3AD203B41FA5}">
                      <a16:colId xmlns:a16="http://schemas.microsoft.com/office/drawing/2014/main" val="3586536515"/>
                    </a:ext>
                  </a:extLst>
                </a:gridCol>
                <a:gridCol w="1568084">
                  <a:extLst>
                    <a:ext uri="{9D8B030D-6E8A-4147-A177-3AD203B41FA5}">
                      <a16:colId xmlns:a16="http://schemas.microsoft.com/office/drawing/2014/main" val="806167050"/>
                    </a:ext>
                  </a:extLst>
                </a:gridCol>
                <a:gridCol w="1351264">
                  <a:extLst>
                    <a:ext uri="{9D8B030D-6E8A-4147-A177-3AD203B41FA5}">
                      <a16:colId xmlns:a16="http://schemas.microsoft.com/office/drawing/2014/main" val="612276904"/>
                    </a:ext>
                  </a:extLst>
                </a:gridCol>
                <a:gridCol w="1328469">
                  <a:extLst>
                    <a:ext uri="{9D8B030D-6E8A-4147-A177-3AD203B41FA5}">
                      <a16:colId xmlns:a16="http://schemas.microsoft.com/office/drawing/2014/main" val="3061572918"/>
                    </a:ext>
                  </a:extLst>
                </a:gridCol>
                <a:gridCol w="1326917">
                  <a:extLst>
                    <a:ext uri="{9D8B030D-6E8A-4147-A177-3AD203B41FA5}">
                      <a16:colId xmlns:a16="http://schemas.microsoft.com/office/drawing/2014/main" val="3489556616"/>
                    </a:ext>
                  </a:extLst>
                </a:gridCol>
              </a:tblGrid>
              <a:tr h="481470">
                <a:tc>
                  <a:txBody>
                    <a:bodyPr/>
                    <a:lstStyle/>
                    <a:p>
                      <a:pPr algn="ctr"/>
                      <a:r>
                        <a:rPr lang="en-US" sz="1900" b="1" dirty="0">
                          <a:latin typeface="Times New Roman" panose="02020603050405020304" pitchFamily="18" charset="0"/>
                          <a:cs typeface="Times New Roman" panose="02020603050405020304" pitchFamily="18" charset="0"/>
                        </a:rPr>
                        <a:t>Influencing Factors</a:t>
                      </a:r>
                    </a:p>
                  </a:txBody>
                  <a:tcPr marL="94643" marR="94643" marT="47321" marB="47321">
                    <a:solidFill>
                      <a:srgbClr val="FA6671"/>
                    </a:solidFill>
                  </a:tcPr>
                </a:tc>
                <a:tc>
                  <a:txBody>
                    <a:bodyPr/>
                    <a:lstStyle/>
                    <a:p>
                      <a:pPr algn="ctr"/>
                      <a:r>
                        <a:rPr lang="en-US" sz="1900" b="1" dirty="0">
                          <a:latin typeface="Times New Roman" panose="02020603050405020304" pitchFamily="18" charset="0"/>
                          <a:cs typeface="Times New Roman" panose="02020603050405020304" pitchFamily="18" charset="0"/>
                        </a:rPr>
                        <a:t>Trial 1</a:t>
                      </a:r>
                    </a:p>
                  </a:txBody>
                  <a:tcPr marL="94643" marR="94643" marT="47321" marB="47321">
                    <a:solidFill>
                      <a:srgbClr val="FA667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900" b="1" dirty="0">
                          <a:latin typeface="Times New Roman" panose="02020603050405020304" pitchFamily="18" charset="0"/>
                          <a:cs typeface="Times New Roman" panose="02020603050405020304" pitchFamily="18" charset="0"/>
                        </a:rPr>
                        <a:t>Trial 2</a:t>
                      </a:r>
                    </a:p>
                    <a:p>
                      <a:pPr algn="ctr"/>
                      <a:endParaRPr lang="en-US" sz="1900" b="1" dirty="0">
                        <a:latin typeface="Times New Roman" panose="02020603050405020304" pitchFamily="18" charset="0"/>
                        <a:cs typeface="Times New Roman" panose="02020603050405020304" pitchFamily="18" charset="0"/>
                      </a:endParaRPr>
                    </a:p>
                  </a:txBody>
                  <a:tcPr marL="94643" marR="94643" marT="47321" marB="47321">
                    <a:solidFill>
                      <a:srgbClr val="FA667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900" b="1" dirty="0">
                          <a:latin typeface="Times New Roman" panose="02020603050405020304" pitchFamily="18" charset="0"/>
                          <a:cs typeface="Times New Roman" panose="02020603050405020304" pitchFamily="18" charset="0"/>
                        </a:rPr>
                        <a:t>Trial 3</a:t>
                      </a:r>
                    </a:p>
                    <a:p>
                      <a:pPr algn="ctr"/>
                      <a:endParaRPr lang="en-US" sz="1900" b="1" dirty="0">
                        <a:latin typeface="Times New Roman" panose="02020603050405020304" pitchFamily="18" charset="0"/>
                        <a:cs typeface="Times New Roman" panose="02020603050405020304" pitchFamily="18" charset="0"/>
                      </a:endParaRPr>
                    </a:p>
                  </a:txBody>
                  <a:tcPr marL="94643" marR="94643" marT="47321" marB="47321">
                    <a:solidFill>
                      <a:srgbClr val="FA667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900" b="1" dirty="0">
                          <a:latin typeface="Times New Roman" panose="02020603050405020304" pitchFamily="18" charset="0"/>
                          <a:cs typeface="Times New Roman" panose="02020603050405020304" pitchFamily="18" charset="0"/>
                        </a:rPr>
                        <a:t>Trial 4</a:t>
                      </a:r>
                    </a:p>
                    <a:p>
                      <a:pPr algn="ctr"/>
                      <a:endParaRPr lang="en-US" sz="1900" b="1" dirty="0">
                        <a:latin typeface="Times New Roman" panose="02020603050405020304" pitchFamily="18" charset="0"/>
                        <a:cs typeface="Times New Roman" panose="02020603050405020304" pitchFamily="18" charset="0"/>
                      </a:endParaRPr>
                    </a:p>
                  </a:txBody>
                  <a:tcPr marL="94643" marR="94643" marT="47321" marB="47321">
                    <a:solidFill>
                      <a:srgbClr val="FA667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900" b="1" dirty="0">
                          <a:latin typeface="Times New Roman" panose="02020603050405020304" pitchFamily="18" charset="0"/>
                          <a:cs typeface="Times New Roman" panose="02020603050405020304" pitchFamily="18" charset="0"/>
                        </a:rPr>
                        <a:t>Trial 5</a:t>
                      </a:r>
                    </a:p>
                    <a:p>
                      <a:pPr algn="ctr"/>
                      <a:endParaRPr lang="en-US" sz="1900" b="1" dirty="0">
                        <a:latin typeface="Times New Roman" panose="02020603050405020304" pitchFamily="18" charset="0"/>
                        <a:cs typeface="Times New Roman" panose="02020603050405020304" pitchFamily="18" charset="0"/>
                      </a:endParaRPr>
                    </a:p>
                  </a:txBody>
                  <a:tcPr marL="94643" marR="94643" marT="47321" marB="47321">
                    <a:solidFill>
                      <a:srgbClr val="FA6671"/>
                    </a:solidFill>
                  </a:tcPr>
                </a:tc>
                <a:tc>
                  <a:txBody>
                    <a:bodyPr/>
                    <a:lstStyle/>
                    <a:p>
                      <a:pPr algn="ctr"/>
                      <a:r>
                        <a:rPr lang="en-US" sz="1900" b="1" dirty="0">
                          <a:latin typeface="Times New Roman" panose="02020603050405020304" pitchFamily="18" charset="0"/>
                          <a:cs typeface="Times New Roman" panose="02020603050405020304" pitchFamily="18" charset="0"/>
                        </a:rPr>
                        <a:t>Average </a:t>
                      </a:r>
                    </a:p>
                    <a:p>
                      <a:pPr algn="ctr"/>
                      <a:r>
                        <a:rPr lang="en-US" sz="1900" b="1" dirty="0">
                          <a:latin typeface="Times New Roman" panose="02020603050405020304" pitchFamily="18" charset="0"/>
                          <a:cs typeface="Times New Roman" panose="02020603050405020304" pitchFamily="18" charset="0"/>
                        </a:rPr>
                        <a:t>Accuracy</a:t>
                      </a:r>
                    </a:p>
                  </a:txBody>
                  <a:tcPr marL="94643" marR="94643" marT="47321" marB="47321">
                    <a:solidFill>
                      <a:srgbClr val="FA6671"/>
                    </a:solidFill>
                  </a:tcPr>
                </a:tc>
                <a:extLst>
                  <a:ext uri="{0D108BD9-81ED-4DB2-BD59-A6C34878D82A}">
                    <a16:rowId xmlns:a16="http://schemas.microsoft.com/office/drawing/2014/main" val="967428072"/>
                  </a:ext>
                </a:extLst>
              </a:tr>
              <a:tr h="1178463">
                <a:tc>
                  <a:txBody>
                    <a:bodyPr/>
                    <a:lstStyle/>
                    <a:p>
                      <a:pPr marL="285750" indent="-285750" algn="l">
                        <a:buFont typeface="Arial" panose="020B0604020202020204" pitchFamily="34" charset="0"/>
                        <a:buChar char="•"/>
                      </a:pPr>
                      <a:r>
                        <a:rPr lang="en-US" sz="1700" b="1"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Change</a:t>
                      </a: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 </a:t>
                      </a:r>
                      <a:r>
                        <a:rPr lang="en-US" sz="1700" b="1"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no of epoch to 200,</a:t>
                      </a:r>
                    </a:p>
                    <a:p>
                      <a:pPr marL="285750" indent="-285750" algn="l">
                        <a:buFont typeface="Arial" panose="020B0604020202020204" pitchFamily="34" charset="0"/>
                        <a:buChar char="•"/>
                      </a:pPr>
                      <a:r>
                        <a:rPr lang="en-US" sz="1700" b="1"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Change Batch Size to 32.</a:t>
                      </a:r>
                    </a:p>
                    <a:p>
                      <a:pPr marL="285750" indent="-285750" algn="l">
                        <a:buFont typeface="Arial" panose="020B0604020202020204" pitchFamily="34" charset="0"/>
                        <a:buChar char="•"/>
                      </a:pPr>
                      <a:r>
                        <a:rPr lang="en-US" sz="1700" b="1"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Change no of layers to 7.</a:t>
                      </a:r>
                    </a:p>
                    <a:p>
                      <a:pPr marL="285750" indent="-285750" algn="l">
                        <a:buFont typeface="Arial" panose="020B0604020202020204" pitchFamily="34" charset="0"/>
                        <a:buChar char="•"/>
                      </a:pPr>
                      <a:r>
                        <a:rPr lang="en-US" sz="1700" b="1"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Using Batch Normalization. </a:t>
                      </a:r>
                    </a:p>
                    <a:p>
                      <a:pPr marL="285750" indent="-285750" algn="l">
                        <a:buFont typeface="Arial" panose="020B0604020202020204" pitchFamily="34" charset="0"/>
                        <a:buChar char="•"/>
                      </a:pPr>
                      <a:r>
                        <a:rPr lang="en-US" sz="1700" b="1"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Use Dropout technique.</a:t>
                      </a:r>
                    </a:p>
                    <a:p>
                      <a:pPr algn="ctr"/>
                      <a:endParaRPr lang="en-US" sz="1700" b="1" dirty="0">
                        <a:latin typeface="Times New Roman" panose="02020603050405020304" pitchFamily="18" charset="0"/>
                        <a:cs typeface="Times New Roman" panose="02020603050405020304" pitchFamily="18" charset="0"/>
                      </a:endParaRPr>
                    </a:p>
                  </a:txBody>
                  <a:tcPr marL="94643" marR="94643" marT="47321" marB="47321">
                    <a:solidFill>
                      <a:schemeClr val="bg1">
                        <a:lumMod val="85000"/>
                      </a:schemeClr>
                    </a:solidFill>
                  </a:tcPr>
                </a:tc>
                <a:tc>
                  <a:txBody>
                    <a:bodyPr/>
                    <a:lstStyle/>
                    <a:p>
                      <a:pPr algn="ctr"/>
                      <a:endParaRPr lang="en-US" sz="1900" b="1" dirty="0">
                        <a:latin typeface="Times New Roman" panose="02020603050405020304" pitchFamily="18" charset="0"/>
                        <a:cs typeface="Times New Roman" panose="02020603050405020304" pitchFamily="18" charset="0"/>
                      </a:endParaRPr>
                    </a:p>
                    <a:p>
                      <a:pPr algn="ctr"/>
                      <a:endParaRPr lang="en-US" sz="1900" b="1" dirty="0">
                        <a:latin typeface="Times New Roman" panose="02020603050405020304" pitchFamily="18" charset="0"/>
                        <a:cs typeface="Times New Roman" panose="02020603050405020304" pitchFamily="18" charset="0"/>
                      </a:endParaRPr>
                    </a:p>
                    <a:p>
                      <a:pPr algn="ctr"/>
                      <a:r>
                        <a:rPr lang="en-US" sz="1900" b="1" dirty="0">
                          <a:latin typeface="Times New Roman" panose="02020603050405020304" pitchFamily="18" charset="0"/>
                          <a:cs typeface="Times New Roman" panose="02020603050405020304" pitchFamily="18" charset="0"/>
                        </a:rPr>
                        <a:t>95</a:t>
                      </a:r>
                    </a:p>
                  </a:txBody>
                  <a:tcPr marL="94643" marR="94643" marT="47321" marB="47321">
                    <a:solidFill>
                      <a:schemeClr val="bg1">
                        <a:lumMod val="85000"/>
                      </a:schemeClr>
                    </a:solidFill>
                  </a:tcPr>
                </a:tc>
                <a:tc>
                  <a:txBody>
                    <a:bodyPr/>
                    <a:lstStyle/>
                    <a:p>
                      <a:pPr algn="ctr"/>
                      <a:endParaRPr lang="en-US" sz="1900" b="1" dirty="0">
                        <a:latin typeface="Times New Roman" panose="02020603050405020304" pitchFamily="18" charset="0"/>
                        <a:cs typeface="Times New Roman" panose="02020603050405020304" pitchFamily="18" charset="0"/>
                      </a:endParaRPr>
                    </a:p>
                    <a:p>
                      <a:pPr algn="ctr"/>
                      <a:endParaRPr lang="en-US" sz="1900" b="1" dirty="0">
                        <a:latin typeface="Times New Roman" panose="02020603050405020304" pitchFamily="18" charset="0"/>
                        <a:cs typeface="Times New Roman" panose="02020603050405020304" pitchFamily="18" charset="0"/>
                      </a:endParaRPr>
                    </a:p>
                    <a:p>
                      <a:pPr algn="ctr"/>
                      <a:r>
                        <a:rPr lang="en-US" sz="1900" b="1" dirty="0">
                          <a:latin typeface="Times New Roman" panose="02020603050405020304" pitchFamily="18" charset="0"/>
                          <a:cs typeface="Times New Roman" panose="02020603050405020304" pitchFamily="18" charset="0"/>
                        </a:rPr>
                        <a:t>96.34</a:t>
                      </a:r>
                    </a:p>
                  </a:txBody>
                  <a:tcPr marL="94643" marR="94643" marT="47321" marB="47321">
                    <a:solidFill>
                      <a:schemeClr val="bg1">
                        <a:lumMod val="85000"/>
                      </a:schemeClr>
                    </a:solidFill>
                  </a:tcPr>
                </a:tc>
                <a:tc>
                  <a:txBody>
                    <a:bodyPr/>
                    <a:lstStyle/>
                    <a:p>
                      <a:pPr algn="ctr"/>
                      <a:endParaRPr lang="en-US" sz="1900" b="1" dirty="0">
                        <a:latin typeface="Times New Roman" panose="02020603050405020304" pitchFamily="18" charset="0"/>
                        <a:cs typeface="Times New Roman" panose="02020603050405020304" pitchFamily="18" charset="0"/>
                      </a:endParaRPr>
                    </a:p>
                    <a:p>
                      <a:pPr algn="ctr"/>
                      <a:endParaRPr lang="en-US" sz="1900" b="1" dirty="0">
                        <a:latin typeface="Times New Roman" panose="02020603050405020304" pitchFamily="18" charset="0"/>
                        <a:cs typeface="Times New Roman" panose="02020603050405020304" pitchFamily="18" charset="0"/>
                      </a:endParaRPr>
                    </a:p>
                    <a:p>
                      <a:pPr algn="ctr"/>
                      <a:r>
                        <a:rPr lang="en-US" sz="1900" b="1" dirty="0">
                          <a:latin typeface="Times New Roman" panose="02020603050405020304" pitchFamily="18" charset="0"/>
                          <a:cs typeface="Times New Roman" panose="02020603050405020304" pitchFamily="18" charset="0"/>
                        </a:rPr>
                        <a:t>93.16</a:t>
                      </a:r>
                    </a:p>
                  </a:txBody>
                  <a:tcPr marL="94643" marR="94643" marT="47321" marB="47321">
                    <a:solidFill>
                      <a:schemeClr val="bg1">
                        <a:lumMod val="85000"/>
                      </a:schemeClr>
                    </a:solidFill>
                  </a:tcPr>
                </a:tc>
                <a:tc>
                  <a:txBody>
                    <a:bodyPr/>
                    <a:lstStyle/>
                    <a:p>
                      <a:pPr algn="ctr"/>
                      <a:endParaRPr lang="en-US" sz="1900" b="1" dirty="0">
                        <a:latin typeface="Times New Roman" panose="02020603050405020304" pitchFamily="18" charset="0"/>
                        <a:cs typeface="Times New Roman" panose="02020603050405020304" pitchFamily="18" charset="0"/>
                      </a:endParaRPr>
                    </a:p>
                    <a:p>
                      <a:pPr algn="ctr"/>
                      <a:endParaRPr lang="en-US" sz="1900" b="1" dirty="0">
                        <a:latin typeface="Times New Roman" panose="02020603050405020304" pitchFamily="18" charset="0"/>
                        <a:cs typeface="Times New Roman" panose="02020603050405020304" pitchFamily="18" charset="0"/>
                      </a:endParaRPr>
                    </a:p>
                    <a:p>
                      <a:pPr algn="ctr"/>
                      <a:r>
                        <a:rPr lang="en-US" sz="1900" b="1" dirty="0">
                          <a:latin typeface="Times New Roman" panose="02020603050405020304" pitchFamily="18" charset="0"/>
                          <a:cs typeface="Times New Roman" panose="02020603050405020304" pitchFamily="18" charset="0"/>
                        </a:rPr>
                        <a:t>95.34</a:t>
                      </a:r>
                    </a:p>
                  </a:txBody>
                  <a:tcPr marL="94643" marR="94643" marT="47321" marB="47321">
                    <a:solidFill>
                      <a:schemeClr val="bg1">
                        <a:lumMod val="85000"/>
                      </a:schemeClr>
                    </a:solidFill>
                  </a:tcPr>
                </a:tc>
                <a:tc>
                  <a:txBody>
                    <a:bodyPr/>
                    <a:lstStyle/>
                    <a:p>
                      <a:pPr algn="ctr"/>
                      <a:endParaRPr lang="en-US" sz="1900" b="1" dirty="0">
                        <a:latin typeface="Times New Roman" panose="02020603050405020304" pitchFamily="18" charset="0"/>
                        <a:cs typeface="Times New Roman" panose="02020603050405020304" pitchFamily="18" charset="0"/>
                      </a:endParaRPr>
                    </a:p>
                    <a:p>
                      <a:pPr algn="ctr"/>
                      <a:endParaRPr lang="en-US" sz="1900" b="1" dirty="0">
                        <a:latin typeface="Times New Roman" panose="02020603050405020304" pitchFamily="18" charset="0"/>
                        <a:cs typeface="Times New Roman" panose="02020603050405020304" pitchFamily="18" charset="0"/>
                      </a:endParaRPr>
                    </a:p>
                    <a:p>
                      <a:pPr algn="ctr"/>
                      <a:r>
                        <a:rPr lang="en-US" sz="1900" b="1" dirty="0">
                          <a:latin typeface="Times New Roman" panose="02020603050405020304" pitchFamily="18" charset="0"/>
                          <a:cs typeface="Times New Roman" panose="02020603050405020304" pitchFamily="18" charset="0"/>
                        </a:rPr>
                        <a:t>91</a:t>
                      </a:r>
                    </a:p>
                  </a:txBody>
                  <a:tcPr marL="94643" marR="94643" marT="47321" marB="47321">
                    <a:solidFill>
                      <a:schemeClr val="bg1">
                        <a:lumMod val="85000"/>
                      </a:schemeClr>
                    </a:solidFill>
                  </a:tcPr>
                </a:tc>
                <a:tc>
                  <a:txBody>
                    <a:bodyPr/>
                    <a:lstStyle/>
                    <a:p>
                      <a:pPr algn="ctr"/>
                      <a:endParaRPr lang="en-US" sz="2600" b="1" dirty="0">
                        <a:solidFill>
                          <a:srgbClr val="FA6671"/>
                        </a:solidFill>
                        <a:cs typeface="+mj-cs"/>
                      </a:endParaRPr>
                    </a:p>
                    <a:p>
                      <a:pPr algn="ctr"/>
                      <a:r>
                        <a:rPr lang="en-US" sz="2600" b="1" dirty="0">
                          <a:solidFill>
                            <a:srgbClr val="FA6671"/>
                          </a:solidFill>
                          <a:cs typeface="+mj-cs"/>
                        </a:rPr>
                        <a:t>94.34</a:t>
                      </a:r>
                      <a:endParaRPr lang="en-US" sz="2100" b="1" dirty="0">
                        <a:solidFill>
                          <a:srgbClr val="FA6671"/>
                        </a:solidFill>
                        <a:cs typeface="+mj-cs"/>
                      </a:endParaRPr>
                    </a:p>
                  </a:txBody>
                  <a:tcPr marL="94643" marR="94643" marT="47321" marB="47321">
                    <a:solidFill>
                      <a:schemeClr val="bg1">
                        <a:lumMod val="85000"/>
                      </a:schemeClr>
                    </a:solidFill>
                  </a:tcPr>
                </a:tc>
                <a:extLst>
                  <a:ext uri="{0D108BD9-81ED-4DB2-BD59-A6C34878D82A}">
                    <a16:rowId xmlns:a16="http://schemas.microsoft.com/office/drawing/2014/main" val="3847402978"/>
                  </a:ext>
                </a:extLst>
              </a:tr>
            </a:tbl>
          </a:graphicData>
        </a:graphic>
      </p:graphicFrame>
    </p:spTree>
    <p:extLst>
      <p:ext uri="{BB962C8B-B14F-4D97-AF65-F5344CB8AC3E}">
        <p14:creationId xmlns:p14="http://schemas.microsoft.com/office/powerpoint/2010/main" val="1953250291"/>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96DE0336-FE28-E1E4-E684-8C28A5217D4A}"/>
              </a:ext>
            </a:extLst>
          </p:cNvPr>
          <p:cNvSpPr>
            <a:spLocks noGrp="1"/>
          </p:cNvSpPr>
          <p:nvPr>
            <p:ph type="subTitle" idx="1"/>
          </p:nvPr>
        </p:nvSpPr>
        <p:spPr>
          <a:xfrm>
            <a:off x="179615" y="-120103"/>
            <a:ext cx="7600543" cy="5882412"/>
          </a:xfrm>
        </p:spPr>
        <p:txBody>
          <a:bodyPr/>
          <a:lstStyle/>
          <a:p>
            <a:pPr algn="l"/>
            <a:endParaRPr lang="en-US" sz="2898" b="1" dirty="0">
              <a:solidFill>
                <a:schemeClr val="accent6">
                  <a:lumMod val="50000"/>
                </a:schemeClr>
              </a:solidFill>
              <a:latin typeface="Times New Roman" panose="02020603050405020304" pitchFamily="18" charset="0"/>
              <a:cs typeface="Times New Roman" panose="02020603050405020304" pitchFamily="18" charset="0"/>
            </a:endParaRPr>
          </a:p>
          <a:p>
            <a:pPr marL="0" indent="0" algn="l"/>
            <a:r>
              <a:rPr lang="en-US" sz="3313" b="1" dirty="0">
                <a:solidFill>
                  <a:srgbClr val="FA6671"/>
                </a:solidFill>
                <a:latin typeface="Times New Roman" panose="02020603050405020304" pitchFamily="18" charset="0"/>
                <a:cs typeface="Times New Roman" panose="02020603050405020304" pitchFamily="18" charset="0"/>
              </a:rPr>
              <a:t>Experimental Result </a:t>
            </a:r>
          </a:p>
          <a:p>
            <a:pPr marL="0" indent="0" algn="l"/>
            <a:r>
              <a:rPr lang="en-US" sz="3313" b="1" dirty="0">
                <a:solidFill>
                  <a:schemeClr val="accent6">
                    <a:lumMod val="75000"/>
                  </a:schemeClr>
                </a:solidFill>
                <a:latin typeface="Times New Roman" panose="02020603050405020304" pitchFamily="18" charset="0"/>
                <a:cs typeface="Times New Roman" panose="02020603050405020304" pitchFamily="18" charset="0"/>
              </a:rPr>
              <a:t> </a:t>
            </a:r>
            <a:br>
              <a:rPr lang="en-US" sz="3313" b="1" dirty="0">
                <a:solidFill>
                  <a:schemeClr val="accent6">
                    <a:lumMod val="75000"/>
                  </a:schemeClr>
                </a:solidFill>
                <a:latin typeface="Times New Roman" panose="02020603050405020304" pitchFamily="18" charset="0"/>
                <a:cs typeface="Times New Roman" panose="02020603050405020304" pitchFamily="18" charset="0"/>
              </a:rPr>
            </a:br>
            <a:endParaRPr lang="en-US" sz="2069" dirty="0">
              <a:latin typeface="Times New Roman" panose="02020603050405020304" pitchFamily="18" charset="0"/>
              <a:cs typeface="Times New Roman" panose="02020603050405020304" pitchFamily="18" charset="0"/>
            </a:endParaRPr>
          </a:p>
          <a:p>
            <a:pPr marL="52581" indent="0" algn="l"/>
            <a:endParaRPr lang="en-US" sz="726" dirty="0">
              <a:latin typeface="Times New Roman" panose="02020603050405020304" pitchFamily="18" charset="0"/>
              <a:cs typeface="Times New Roman" panose="02020603050405020304" pitchFamily="18" charset="0"/>
            </a:endParaRPr>
          </a:p>
        </p:txBody>
      </p:sp>
      <p:cxnSp>
        <p:nvCxnSpPr>
          <p:cNvPr id="8" name="Straight Connector 7">
            <a:extLst>
              <a:ext uri="{FF2B5EF4-FFF2-40B4-BE49-F238E27FC236}">
                <a16:creationId xmlns:a16="http://schemas.microsoft.com/office/drawing/2014/main" id="{D590224B-6DB4-4F5F-8050-E465BAABC648}"/>
              </a:ext>
            </a:extLst>
          </p:cNvPr>
          <p:cNvCxnSpPr/>
          <p:nvPr/>
        </p:nvCxnSpPr>
        <p:spPr>
          <a:xfrm>
            <a:off x="179614" y="1161214"/>
            <a:ext cx="3996335" cy="29120"/>
          </a:xfrm>
          <a:prstGeom prst="line">
            <a:avLst/>
          </a:prstGeom>
          <a:ln>
            <a:solidFill>
              <a:srgbClr val="FA6671"/>
            </a:solidFill>
          </a:ln>
        </p:spPr>
        <p:style>
          <a:lnRef idx="3">
            <a:schemeClr val="accent6"/>
          </a:lnRef>
          <a:fillRef idx="0">
            <a:schemeClr val="accent6"/>
          </a:fillRef>
          <a:effectRef idx="2">
            <a:schemeClr val="accent6"/>
          </a:effectRef>
          <a:fontRef idx="minor">
            <a:schemeClr val="tx1"/>
          </a:fontRef>
        </p:style>
      </p:cxnSp>
      <p:sp>
        <p:nvSpPr>
          <p:cNvPr id="9" name="Slide Number Placeholder 8">
            <a:extLst>
              <a:ext uri="{FF2B5EF4-FFF2-40B4-BE49-F238E27FC236}">
                <a16:creationId xmlns:a16="http://schemas.microsoft.com/office/drawing/2014/main" id="{A0F31BAE-AC97-6217-1E8D-8B0B0B7921E0}"/>
              </a:ext>
            </a:extLst>
          </p:cNvPr>
          <p:cNvSpPr>
            <a:spLocks noGrp="1"/>
          </p:cNvSpPr>
          <p:nvPr>
            <p:ph type="sldNum" idx="12"/>
          </p:nvPr>
        </p:nvSpPr>
        <p:spPr/>
        <p:txBody>
          <a:bodyPr/>
          <a:lstStyle/>
          <a:p>
            <a:fld id="{00000000-1234-1234-1234-123412341234}" type="slidenum">
              <a:rPr lang="en-US" smtClean="0"/>
              <a:pPr/>
              <a:t>20</a:t>
            </a:fld>
            <a:endParaRPr lang="en-US"/>
          </a:p>
        </p:txBody>
      </p:sp>
      <p:sp>
        <p:nvSpPr>
          <p:cNvPr id="32" name="Title 1">
            <a:extLst>
              <a:ext uri="{FF2B5EF4-FFF2-40B4-BE49-F238E27FC236}">
                <a16:creationId xmlns:a16="http://schemas.microsoft.com/office/drawing/2014/main" id="{300142E8-538C-AE92-2A73-841716833054}"/>
              </a:ext>
            </a:extLst>
          </p:cNvPr>
          <p:cNvSpPr>
            <a:spLocks noGrp="1"/>
          </p:cNvSpPr>
          <p:nvPr>
            <p:ph type="ctrTitle"/>
          </p:nvPr>
        </p:nvSpPr>
        <p:spPr>
          <a:xfrm>
            <a:off x="179612" y="1283221"/>
            <a:ext cx="6133958" cy="554802"/>
          </a:xfrm>
        </p:spPr>
        <p:txBody>
          <a:bodyPr/>
          <a:lstStyle/>
          <a:p>
            <a:pPr algn="l"/>
            <a:r>
              <a:rPr lang="en-US" sz="3313" b="1" u="sng" dirty="0">
                <a:solidFill>
                  <a:schemeClr val="tx1"/>
                </a:solidFill>
              </a:rPr>
              <a:t>VGG Results </a:t>
            </a:r>
          </a:p>
        </p:txBody>
      </p:sp>
      <p:sp>
        <p:nvSpPr>
          <p:cNvPr id="33" name="Subtitle 2">
            <a:extLst>
              <a:ext uri="{FF2B5EF4-FFF2-40B4-BE49-F238E27FC236}">
                <a16:creationId xmlns:a16="http://schemas.microsoft.com/office/drawing/2014/main" id="{2A642F1B-9316-47E7-0741-BDE01DA4DF73}"/>
              </a:ext>
            </a:extLst>
          </p:cNvPr>
          <p:cNvSpPr txBox="1">
            <a:spLocks/>
          </p:cNvSpPr>
          <p:nvPr/>
        </p:nvSpPr>
        <p:spPr>
          <a:xfrm>
            <a:off x="92036" y="1793467"/>
            <a:ext cx="11717452" cy="4739661"/>
          </a:xfrm>
          <a:prstGeom prst="rect">
            <a:avLst/>
          </a:prstGeom>
          <a:noFill/>
          <a:ln>
            <a:noFill/>
          </a:ln>
        </p:spPr>
        <p:txBody>
          <a:bodyPr spcFirstLastPara="1" wrap="square" lIns="94627" tIns="47301" rIns="94627" bIns="47301" anchor="t" anchorCtr="0">
            <a:noAutofit/>
          </a:bodyPr>
          <a:lstStyle>
            <a:defPPr marR="0" lvl="0" algn="l" rtl="0">
              <a:lnSpc>
                <a:spcPct val="100000"/>
              </a:lnSpc>
              <a:spcBef>
                <a:spcPts val="0"/>
              </a:spcBef>
              <a:spcAft>
                <a:spcPts val="0"/>
              </a:spcAft>
            </a:defPPr>
            <a:lvl1pPr marL="457200" marR="0" lvl="0" indent="-406400" algn="ctr" rtl="0">
              <a:lnSpc>
                <a:spcPct val="90000"/>
              </a:lnSpc>
              <a:spcBef>
                <a:spcPts val="10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L="914400" marR="0" lvl="1" indent="-381000"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L="1371600" marR="0" lvl="2" indent="-355600"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L="1828800" marR="0" lvl="3"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L="2286000" marR="0" lvl="4"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L="2743200" marR="0" lvl="5"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L="3200400" marR="0" lvl="6"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L="3657600" marR="0" lvl="7"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L="4114800" marR="0" lvl="8"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pPr marL="0" indent="0" algn="just">
              <a:lnSpc>
                <a:spcPct val="100000"/>
              </a:lnSpc>
              <a:spcAft>
                <a:spcPts val="621"/>
              </a:spcAft>
            </a:pPr>
            <a:endParaRPr lang="en-US" sz="1863" dirty="0">
              <a:latin typeface="Times New Roman" panose="02020603050405020304" pitchFamily="18" charset="0"/>
              <a:cs typeface="Times New Roman" panose="02020603050405020304" pitchFamily="18" charset="0"/>
            </a:endParaRPr>
          </a:p>
          <a:p>
            <a:pPr marL="0" indent="0" algn="just">
              <a:lnSpc>
                <a:spcPct val="100000"/>
              </a:lnSpc>
              <a:spcAft>
                <a:spcPts val="621"/>
              </a:spcAft>
            </a:pPr>
            <a:endParaRPr lang="en-US" sz="1863" dirty="0">
              <a:latin typeface="Times New Roman" panose="02020603050405020304" pitchFamily="18" charset="0"/>
              <a:cs typeface="Times New Roman" panose="02020603050405020304" pitchFamily="18" charset="0"/>
            </a:endParaRPr>
          </a:p>
          <a:p>
            <a:pPr marL="0" indent="0" algn="just">
              <a:lnSpc>
                <a:spcPct val="100000"/>
              </a:lnSpc>
              <a:spcAft>
                <a:spcPts val="621"/>
              </a:spcAft>
            </a:pPr>
            <a:r>
              <a:rPr lang="en-US" sz="1863" dirty="0">
                <a:latin typeface="Times New Roman" panose="02020603050405020304" pitchFamily="18" charset="0"/>
                <a:cs typeface="Times New Roman" panose="02020603050405020304" pitchFamily="18" charset="0"/>
              </a:rPr>
              <a:t>. </a:t>
            </a:r>
            <a:endParaRPr lang="en-US" sz="2069" dirty="0"/>
          </a:p>
        </p:txBody>
      </p:sp>
      <p:sp>
        <p:nvSpPr>
          <p:cNvPr id="11" name="Google Shape;211;p19">
            <a:extLst>
              <a:ext uri="{FF2B5EF4-FFF2-40B4-BE49-F238E27FC236}">
                <a16:creationId xmlns:a16="http://schemas.microsoft.com/office/drawing/2014/main" id="{34422662-040E-FDBE-007D-42AAA975596C}"/>
              </a:ext>
            </a:extLst>
          </p:cNvPr>
          <p:cNvSpPr/>
          <p:nvPr/>
        </p:nvSpPr>
        <p:spPr>
          <a:xfrm rot="18279675" flipH="1">
            <a:off x="10230140" y="353388"/>
            <a:ext cx="1183702" cy="1188369"/>
          </a:xfrm>
          <a:prstGeom prst="triangle">
            <a:avLst>
              <a:gd name="adj" fmla="val 50000"/>
            </a:avLst>
          </a:prstGeom>
          <a:solidFill>
            <a:schemeClr val="bg1">
              <a:lumMod val="85000"/>
            </a:schemeClr>
          </a:solidFill>
          <a:ln>
            <a:noFill/>
          </a:ln>
        </p:spPr>
        <p:txBody>
          <a:bodyPr spcFirstLastPara="1" wrap="square" lIns="94627" tIns="47301" rIns="94627" bIns="47301" anchor="ctr" anchorCtr="0">
            <a:noAutofit/>
          </a:bodyPr>
          <a:lstStyle/>
          <a:p>
            <a:pPr algn="ctr"/>
            <a:endParaRPr sz="1863">
              <a:solidFill>
                <a:schemeClr val="lt1"/>
              </a:solidFill>
              <a:latin typeface="Calibri"/>
              <a:ea typeface="Calibri"/>
              <a:cs typeface="Calibri"/>
              <a:sym typeface="Calibri"/>
            </a:endParaRPr>
          </a:p>
        </p:txBody>
      </p:sp>
      <p:sp>
        <p:nvSpPr>
          <p:cNvPr id="12" name="Google Shape;212;p19">
            <a:extLst>
              <a:ext uri="{FF2B5EF4-FFF2-40B4-BE49-F238E27FC236}">
                <a16:creationId xmlns:a16="http://schemas.microsoft.com/office/drawing/2014/main" id="{009592B4-7256-9624-5611-87DFC378F044}"/>
              </a:ext>
            </a:extLst>
          </p:cNvPr>
          <p:cNvSpPr/>
          <p:nvPr/>
        </p:nvSpPr>
        <p:spPr>
          <a:xfrm rot="13887929" flipH="1">
            <a:off x="10794650" y="227676"/>
            <a:ext cx="1095806" cy="909346"/>
          </a:xfrm>
          <a:prstGeom prst="triangle">
            <a:avLst>
              <a:gd name="adj" fmla="val 50000"/>
            </a:avLst>
          </a:prstGeom>
          <a:solidFill>
            <a:srgbClr val="FA6671"/>
          </a:solidFill>
          <a:ln>
            <a:noFill/>
          </a:ln>
        </p:spPr>
        <p:txBody>
          <a:bodyPr spcFirstLastPara="1" wrap="square" lIns="94627" tIns="47301" rIns="94627" bIns="47301" anchor="ctr" anchorCtr="0">
            <a:noAutofit/>
          </a:bodyPr>
          <a:lstStyle/>
          <a:p>
            <a:pPr algn="ctr"/>
            <a:endParaRPr sz="1863">
              <a:solidFill>
                <a:schemeClr val="lt1"/>
              </a:solidFill>
              <a:latin typeface="Calibri"/>
              <a:ea typeface="Calibri"/>
              <a:cs typeface="Calibri"/>
              <a:sym typeface="Calibri"/>
            </a:endParaRPr>
          </a:p>
        </p:txBody>
      </p:sp>
      <p:graphicFrame>
        <p:nvGraphicFramePr>
          <p:cNvPr id="13" name="Table 6">
            <a:extLst>
              <a:ext uri="{FF2B5EF4-FFF2-40B4-BE49-F238E27FC236}">
                <a16:creationId xmlns:a16="http://schemas.microsoft.com/office/drawing/2014/main" id="{89582452-3037-F5D6-E6B2-4BC64F1B6F32}"/>
              </a:ext>
            </a:extLst>
          </p:cNvPr>
          <p:cNvGraphicFramePr>
            <a:graphicFrameLocks noGrp="1"/>
          </p:cNvGraphicFramePr>
          <p:nvPr/>
        </p:nvGraphicFramePr>
        <p:xfrm>
          <a:off x="240033" y="1909927"/>
          <a:ext cx="11859938" cy="2386485"/>
        </p:xfrm>
        <a:graphic>
          <a:graphicData uri="http://schemas.openxmlformats.org/drawingml/2006/table">
            <a:tbl>
              <a:tblPr firstRow="1" bandRow="1">
                <a:tableStyleId>{5C22544A-7EE6-4342-B048-85BDC9FD1C3A}</a:tableStyleId>
              </a:tblPr>
              <a:tblGrid>
                <a:gridCol w="3378021">
                  <a:extLst>
                    <a:ext uri="{9D8B030D-6E8A-4147-A177-3AD203B41FA5}">
                      <a16:colId xmlns:a16="http://schemas.microsoft.com/office/drawing/2014/main" val="20000"/>
                    </a:ext>
                  </a:extLst>
                </a:gridCol>
                <a:gridCol w="1271025">
                  <a:extLst>
                    <a:ext uri="{9D8B030D-6E8A-4147-A177-3AD203B41FA5}">
                      <a16:colId xmlns:a16="http://schemas.microsoft.com/office/drawing/2014/main" val="3674087195"/>
                    </a:ext>
                  </a:extLst>
                </a:gridCol>
                <a:gridCol w="1664409">
                  <a:extLst>
                    <a:ext uri="{9D8B030D-6E8A-4147-A177-3AD203B41FA5}">
                      <a16:colId xmlns:a16="http://schemas.microsoft.com/office/drawing/2014/main" val="3586536515"/>
                    </a:ext>
                  </a:extLst>
                </a:gridCol>
                <a:gridCol w="1403323">
                  <a:extLst>
                    <a:ext uri="{9D8B030D-6E8A-4147-A177-3AD203B41FA5}">
                      <a16:colId xmlns:a16="http://schemas.microsoft.com/office/drawing/2014/main" val="806167050"/>
                    </a:ext>
                  </a:extLst>
                </a:gridCol>
                <a:gridCol w="1501231">
                  <a:extLst>
                    <a:ext uri="{9D8B030D-6E8A-4147-A177-3AD203B41FA5}">
                      <a16:colId xmlns:a16="http://schemas.microsoft.com/office/drawing/2014/main" val="612276904"/>
                    </a:ext>
                  </a:extLst>
                </a:gridCol>
                <a:gridCol w="1321736">
                  <a:extLst>
                    <a:ext uri="{9D8B030D-6E8A-4147-A177-3AD203B41FA5}">
                      <a16:colId xmlns:a16="http://schemas.microsoft.com/office/drawing/2014/main" val="3061572918"/>
                    </a:ext>
                  </a:extLst>
                </a:gridCol>
                <a:gridCol w="1320193">
                  <a:extLst>
                    <a:ext uri="{9D8B030D-6E8A-4147-A177-3AD203B41FA5}">
                      <a16:colId xmlns:a16="http://schemas.microsoft.com/office/drawing/2014/main" val="3489556616"/>
                    </a:ext>
                  </a:extLst>
                </a:gridCol>
              </a:tblGrid>
              <a:tr h="579005">
                <a:tc>
                  <a:txBody>
                    <a:bodyPr/>
                    <a:lstStyle/>
                    <a:p>
                      <a:pPr algn="ctr"/>
                      <a:r>
                        <a:rPr lang="en-US" sz="1900" b="1" dirty="0">
                          <a:latin typeface="Times New Roman" panose="02020603050405020304" pitchFamily="18" charset="0"/>
                          <a:cs typeface="Times New Roman" panose="02020603050405020304" pitchFamily="18" charset="0"/>
                        </a:rPr>
                        <a:t>Influencing Factors</a:t>
                      </a:r>
                    </a:p>
                  </a:txBody>
                  <a:tcPr marL="94643" marR="94643" marT="47321" marB="47321">
                    <a:solidFill>
                      <a:srgbClr val="FA6671"/>
                    </a:solidFill>
                  </a:tcPr>
                </a:tc>
                <a:tc>
                  <a:txBody>
                    <a:bodyPr/>
                    <a:lstStyle/>
                    <a:p>
                      <a:pPr algn="ctr"/>
                      <a:r>
                        <a:rPr lang="en-US" sz="1900" b="1" dirty="0">
                          <a:latin typeface="Times New Roman" panose="02020603050405020304" pitchFamily="18" charset="0"/>
                          <a:cs typeface="Times New Roman" panose="02020603050405020304" pitchFamily="18" charset="0"/>
                        </a:rPr>
                        <a:t>Trial 1</a:t>
                      </a:r>
                    </a:p>
                  </a:txBody>
                  <a:tcPr marL="94643" marR="94643" marT="47321" marB="47321">
                    <a:solidFill>
                      <a:srgbClr val="FA667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900" b="1" dirty="0">
                          <a:latin typeface="Times New Roman" panose="02020603050405020304" pitchFamily="18" charset="0"/>
                          <a:cs typeface="Times New Roman" panose="02020603050405020304" pitchFamily="18" charset="0"/>
                        </a:rPr>
                        <a:t>Trial 2</a:t>
                      </a:r>
                    </a:p>
                    <a:p>
                      <a:pPr algn="ctr"/>
                      <a:endParaRPr lang="en-US" sz="1900" b="1" dirty="0">
                        <a:latin typeface="Times New Roman" panose="02020603050405020304" pitchFamily="18" charset="0"/>
                        <a:cs typeface="Times New Roman" panose="02020603050405020304" pitchFamily="18" charset="0"/>
                      </a:endParaRPr>
                    </a:p>
                  </a:txBody>
                  <a:tcPr marL="94643" marR="94643" marT="47321" marB="47321">
                    <a:solidFill>
                      <a:srgbClr val="FA667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900" b="1" dirty="0">
                          <a:latin typeface="Times New Roman" panose="02020603050405020304" pitchFamily="18" charset="0"/>
                          <a:cs typeface="Times New Roman" panose="02020603050405020304" pitchFamily="18" charset="0"/>
                        </a:rPr>
                        <a:t>Trial 3</a:t>
                      </a:r>
                    </a:p>
                    <a:p>
                      <a:pPr algn="ctr"/>
                      <a:endParaRPr lang="en-US" sz="1900" b="1" dirty="0">
                        <a:latin typeface="Times New Roman" panose="02020603050405020304" pitchFamily="18" charset="0"/>
                        <a:cs typeface="Times New Roman" panose="02020603050405020304" pitchFamily="18" charset="0"/>
                      </a:endParaRPr>
                    </a:p>
                  </a:txBody>
                  <a:tcPr marL="94643" marR="94643" marT="47321" marB="47321">
                    <a:solidFill>
                      <a:srgbClr val="FA667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900" b="1" dirty="0">
                          <a:latin typeface="Times New Roman" panose="02020603050405020304" pitchFamily="18" charset="0"/>
                          <a:cs typeface="Times New Roman" panose="02020603050405020304" pitchFamily="18" charset="0"/>
                        </a:rPr>
                        <a:t>Trial 4</a:t>
                      </a:r>
                    </a:p>
                    <a:p>
                      <a:pPr algn="ctr"/>
                      <a:endParaRPr lang="en-US" sz="1900" b="1" dirty="0">
                        <a:latin typeface="Times New Roman" panose="02020603050405020304" pitchFamily="18" charset="0"/>
                        <a:cs typeface="Times New Roman" panose="02020603050405020304" pitchFamily="18" charset="0"/>
                      </a:endParaRPr>
                    </a:p>
                  </a:txBody>
                  <a:tcPr marL="94643" marR="94643" marT="47321" marB="47321">
                    <a:solidFill>
                      <a:srgbClr val="FA667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900" b="1" dirty="0">
                          <a:latin typeface="Times New Roman" panose="02020603050405020304" pitchFamily="18" charset="0"/>
                          <a:cs typeface="Times New Roman" panose="02020603050405020304" pitchFamily="18" charset="0"/>
                        </a:rPr>
                        <a:t>Trial 5</a:t>
                      </a:r>
                    </a:p>
                    <a:p>
                      <a:pPr algn="ctr"/>
                      <a:endParaRPr lang="en-US" sz="1900" b="1" dirty="0">
                        <a:latin typeface="Times New Roman" panose="02020603050405020304" pitchFamily="18" charset="0"/>
                        <a:cs typeface="Times New Roman" panose="02020603050405020304" pitchFamily="18" charset="0"/>
                      </a:endParaRPr>
                    </a:p>
                  </a:txBody>
                  <a:tcPr marL="94643" marR="94643" marT="47321" marB="47321">
                    <a:solidFill>
                      <a:srgbClr val="FA6671"/>
                    </a:solidFill>
                  </a:tcPr>
                </a:tc>
                <a:tc>
                  <a:txBody>
                    <a:bodyPr/>
                    <a:lstStyle/>
                    <a:p>
                      <a:pPr algn="ctr"/>
                      <a:r>
                        <a:rPr lang="en-US" sz="1900" b="1" dirty="0">
                          <a:latin typeface="Times New Roman" panose="02020603050405020304" pitchFamily="18" charset="0"/>
                          <a:cs typeface="Times New Roman" panose="02020603050405020304" pitchFamily="18" charset="0"/>
                        </a:rPr>
                        <a:t>Average </a:t>
                      </a:r>
                    </a:p>
                    <a:p>
                      <a:pPr algn="ctr"/>
                      <a:r>
                        <a:rPr lang="en-US" sz="1900" b="1" dirty="0">
                          <a:latin typeface="Times New Roman" panose="02020603050405020304" pitchFamily="18" charset="0"/>
                          <a:cs typeface="Times New Roman" panose="02020603050405020304" pitchFamily="18" charset="0"/>
                        </a:rPr>
                        <a:t>Accuracy</a:t>
                      </a:r>
                    </a:p>
                  </a:txBody>
                  <a:tcPr marL="94643" marR="94643" marT="47321" marB="47321">
                    <a:solidFill>
                      <a:srgbClr val="FA6671"/>
                    </a:solidFill>
                  </a:tcPr>
                </a:tc>
                <a:extLst>
                  <a:ext uri="{0D108BD9-81ED-4DB2-BD59-A6C34878D82A}">
                    <a16:rowId xmlns:a16="http://schemas.microsoft.com/office/drawing/2014/main" val="967428072"/>
                  </a:ext>
                </a:extLst>
              </a:tr>
              <a:tr h="1712723">
                <a:tc>
                  <a:txBody>
                    <a:bodyPr/>
                    <a:lstStyle/>
                    <a:p>
                      <a:pPr marL="285750" indent="-285750" algn="l" rtl="0">
                        <a:buFont typeface="Arial" panose="020B0604020202020204" pitchFamily="34" charset="0"/>
                        <a:buChar char="•"/>
                      </a:pPr>
                      <a:r>
                        <a:rPr lang="en-US" sz="16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 </a:t>
                      </a:r>
                      <a:r>
                        <a:rPr lang="en-US" sz="1600" b="1"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Retrieve </a:t>
                      </a:r>
                      <a:r>
                        <a:rPr lang="en-US" sz="1600" b="1" i="0" u="none" strike="noStrike" cap="none" dirty="0" err="1">
                          <a:solidFill>
                            <a:schemeClr val="dk1"/>
                          </a:solidFill>
                          <a:effectLst/>
                          <a:latin typeface="Times New Roman" panose="02020603050405020304" pitchFamily="18" charset="0"/>
                          <a:ea typeface="+mn-ea"/>
                          <a:cs typeface="Times New Roman" panose="02020603050405020304" pitchFamily="18" charset="0"/>
                          <a:sym typeface="Arial"/>
                        </a:rPr>
                        <a:t>ActivationFn</a:t>
                      </a:r>
                      <a:r>
                        <a:rPr lang="en-US" sz="1600" b="1"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 to (RELU) </a:t>
                      </a:r>
                    </a:p>
                    <a:p>
                      <a:pPr marL="285750" indent="-285750" algn="l" rtl="0">
                        <a:buFont typeface="Arial" panose="020B0604020202020204" pitchFamily="34" charset="0"/>
                        <a:buChar char="•"/>
                      </a:pPr>
                      <a:r>
                        <a:rPr lang="en-US" sz="1600" b="1"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Change Batch size =32 , </a:t>
                      </a:r>
                    </a:p>
                    <a:p>
                      <a:pPr marL="285750" indent="-285750" algn="l" rtl="0">
                        <a:buFont typeface="Arial" panose="020B0604020202020204" pitchFamily="34" charset="0"/>
                        <a:buChar char="•"/>
                      </a:pPr>
                      <a:r>
                        <a:rPr lang="en-US" sz="1600" b="1"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Add padding same to stride =2</a:t>
                      </a:r>
                      <a:endParaRPr lang="en-US" sz="1600" b="0" dirty="0">
                        <a:effectLst/>
                        <a:latin typeface="Times New Roman" panose="02020603050405020304" pitchFamily="18" charset="0"/>
                        <a:cs typeface="Times New Roman" panose="02020603050405020304" pitchFamily="18" charset="0"/>
                      </a:endParaRPr>
                    </a:p>
                    <a:p>
                      <a:pPr marL="285750" indent="-285750" algn="l" rtl="0">
                        <a:buFont typeface="Arial" panose="020B0604020202020204" pitchFamily="34" charset="0"/>
                        <a:buChar char="•"/>
                      </a:pPr>
                      <a:r>
                        <a:rPr lang="en-US" sz="1600" b="1"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Adding Dropouts (0.3) between each block of Conv.</a:t>
                      </a:r>
                      <a:endParaRPr lang="en-US" sz="1600" b="0" dirty="0">
                        <a:effectLst/>
                        <a:latin typeface="Times New Roman" panose="02020603050405020304" pitchFamily="18" charset="0"/>
                        <a:cs typeface="Times New Roman" panose="02020603050405020304" pitchFamily="18" charset="0"/>
                      </a:endParaRPr>
                    </a:p>
                  </a:txBody>
                  <a:tcPr marL="94643" marR="94643" marT="47321" marB="47321">
                    <a:solidFill>
                      <a:schemeClr val="bg1">
                        <a:lumMod val="85000"/>
                      </a:schemeClr>
                    </a:solidFill>
                  </a:tcPr>
                </a:tc>
                <a:tc>
                  <a:txBody>
                    <a:bodyPr/>
                    <a:lstStyle/>
                    <a:p>
                      <a:pPr marR="0" algn="ctr" rtl="0">
                        <a:lnSpc>
                          <a:spcPct val="100000"/>
                        </a:lnSpc>
                        <a:spcBef>
                          <a:spcPts val="0"/>
                        </a:spcBef>
                        <a:spcAft>
                          <a:spcPts val="0"/>
                        </a:spcAft>
                        <a:buClr>
                          <a:srgbClr val="000000"/>
                        </a:buClr>
                        <a:buFont typeface="Arial"/>
                      </a:pPr>
                      <a:endParaRPr lang="en-US" sz="1900" b="1" i="0" u="none" strike="noStrike" cap="none" dirty="0">
                        <a:solidFill>
                          <a:schemeClr val="dk1"/>
                        </a:solidFill>
                        <a:latin typeface="Times New Roman" panose="02020603050405020304" pitchFamily="18" charset="0"/>
                        <a:ea typeface="+mn-ea"/>
                        <a:cs typeface="Times New Roman" panose="02020603050405020304" pitchFamily="18" charset="0"/>
                        <a:sym typeface="Arial"/>
                      </a:endParaRPr>
                    </a:p>
                    <a:p>
                      <a:pPr marR="0" algn="ctr" rtl="0">
                        <a:lnSpc>
                          <a:spcPct val="100000"/>
                        </a:lnSpc>
                        <a:spcBef>
                          <a:spcPts val="0"/>
                        </a:spcBef>
                        <a:spcAft>
                          <a:spcPts val="0"/>
                        </a:spcAft>
                        <a:buClr>
                          <a:srgbClr val="000000"/>
                        </a:buClr>
                        <a:buFont typeface="Arial"/>
                      </a:pPr>
                      <a:endParaRPr lang="en-US" sz="1900" b="1" i="0" u="none" strike="noStrike" cap="none" dirty="0">
                        <a:solidFill>
                          <a:schemeClr val="dk1"/>
                        </a:solidFill>
                        <a:latin typeface="Times New Roman" panose="02020603050405020304" pitchFamily="18" charset="0"/>
                        <a:ea typeface="+mn-ea"/>
                        <a:cs typeface="Times New Roman" panose="02020603050405020304" pitchFamily="18" charset="0"/>
                        <a:sym typeface="Arial"/>
                      </a:endParaRPr>
                    </a:p>
                    <a:p>
                      <a:pPr marR="0" algn="ctr" rtl="0">
                        <a:lnSpc>
                          <a:spcPct val="100000"/>
                        </a:lnSpc>
                        <a:spcBef>
                          <a:spcPts val="0"/>
                        </a:spcBef>
                        <a:spcAft>
                          <a:spcPts val="0"/>
                        </a:spcAft>
                        <a:buClr>
                          <a:srgbClr val="000000"/>
                        </a:buClr>
                        <a:buFont typeface="Arial"/>
                      </a:pPr>
                      <a:r>
                        <a:rPr lang="en-US" sz="1900" b="1" i="0" u="none" strike="noStrike" cap="none" dirty="0">
                          <a:solidFill>
                            <a:schemeClr val="dk1"/>
                          </a:solidFill>
                          <a:latin typeface="Times New Roman" panose="02020603050405020304" pitchFamily="18" charset="0"/>
                          <a:ea typeface="+mn-ea"/>
                          <a:cs typeface="Times New Roman" panose="02020603050405020304" pitchFamily="18" charset="0"/>
                          <a:sym typeface="Arial"/>
                        </a:rPr>
                        <a:t>94.67</a:t>
                      </a:r>
                    </a:p>
                  </a:txBody>
                  <a:tcPr marL="94643" marR="94643" marT="47321" marB="47321">
                    <a:solidFill>
                      <a:schemeClr val="bg1">
                        <a:lumMod val="85000"/>
                      </a:schemeClr>
                    </a:solidFill>
                  </a:tcPr>
                </a:tc>
                <a:tc>
                  <a:txBody>
                    <a:bodyPr/>
                    <a:lstStyle/>
                    <a:p>
                      <a:pPr marR="0" algn="ctr" rtl="0">
                        <a:lnSpc>
                          <a:spcPct val="100000"/>
                        </a:lnSpc>
                        <a:spcBef>
                          <a:spcPts val="0"/>
                        </a:spcBef>
                        <a:spcAft>
                          <a:spcPts val="0"/>
                        </a:spcAft>
                        <a:buClr>
                          <a:srgbClr val="000000"/>
                        </a:buClr>
                        <a:buFont typeface="Arial"/>
                      </a:pPr>
                      <a:endParaRPr lang="en-US" sz="1900" b="1" i="0" u="none" strike="noStrike" cap="none" dirty="0">
                        <a:solidFill>
                          <a:schemeClr val="dk1"/>
                        </a:solidFill>
                        <a:latin typeface="Times New Roman" panose="02020603050405020304" pitchFamily="18" charset="0"/>
                        <a:ea typeface="+mn-ea"/>
                        <a:cs typeface="Times New Roman" panose="02020603050405020304" pitchFamily="18" charset="0"/>
                        <a:sym typeface="Arial"/>
                      </a:endParaRPr>
                    </a:p>
                    <a:p>
                      <a:pPr marR="0" algn="ctr" rtl="0">
                        <a:lnSpc>
                          <a:spcPct val="100000"/>
                        </a:lnSpc>
                        <a:spcBef>
                          <a:spcPts val="0"/>
                        </a:spcBef>
                        <a:spcAft>
                          <a:spcPts val="0"/>
                        </a:spcAft>
                        <a:buClr>
                          <a:srgbClr val="000000"/>
                        </a:buClr>
                        <a:buFont typeface="Arial"/>
                      </a:pPr>
                      <a:endParaRPr lang="en-US" sz="1900" b="1" i="0" u="none" strike="noStrike" cap="none" dirty="0">
                        <a:solidFill>
                          <a:schemeClr val="dk1"/>
                        </a:solidFill>
                        <a:latin typeface="Times New Roman" panose="02020603050405020304" pitchFamily="18" charset="0"/>
                        <a:ea typeface="+mn-ea"/>
                        <a:cs typeface="Times New Roman" panose="02020603050405020304" pitchFamily="18" charset="0"/>
                        <a:sym typeface="Arial"/>
                      </a:endParaRPr>
                    </a:p>
                    <a:p>
                      <a:pPr marR="0" algn="ctr" rtl="0">
                        <a:lnSpc>
                          <a:spcPct val="100000"/>
                        </a:lnSpc>
                        <a:spcBef>
                          <a:spcPts val="0"/>
                        </a:spcBef>
                        <a:spcAft>
                          <a:spcPts val="0"/>
                        </a:spcAft>
                        <a:buClr>
                          <a:srgbClr val="000000"/>
                        </a:buClr>
                        <a:buFont typeface="Arial"/>
                      </a:pPr>
                      <a:r>
                        <a:rPr lang="en-US" sz="1900" b="1" i="0" u="none" strike="noStrike" cap="none" dirty="0">
                          <a:solidFill>
                            <a:schemeClr val="dk1"/>
                          </a:solidFill>
                          <a:latin typeface="Times New Roman" panose="02020603050405020304" pitchFamily="18" charset="0"/>
                          <a:ea typeface="+mn-ea"/>
                          <a:cs typeface="Times New Roman" panose="02020603050405020304" pitchFamily="18" charset="0"/>
                          <a:sym typeface="Arial"/>
                        </a:rPr>
                        <a:t>96.5</a:t>
                      </a:r>
                    </a:p>
                  </a:txBody>
                  <a:tcPr marL="94643" marR="94643" marT="47321" marB="47321">
                    <a:solidFill>
                      <a:schemeClr val="bg1">
                        <a:lumMod val="85000"/>
                      </a:schemeClr>
                    </a:solidFill>
                  </a:tcPr>
                </a:tc>
                <a:tc>
                  <a:txBody>
                    <a:bodyPr/>
                    <a:lstStyle/>
                    <a:p>
                      <a:pPr marR="0" algn="ctr" rtl="0">
                        <a:lnSpc>
                          <a:spcPct val="100000"/>
                        </a:lnSpc>
                        <a:spcBef>
                          <a:spcPts val="0"/>
                        </a:spcBef>
                        <a:spcAft>
                          <a:spcPts val="0"/>
                        </a:spcAft>
                        <a:buClr>
                          <a:srgbClr val="000000"/>
                        </a:buClr>
                        <a:buFont typeface="Arial"/>
                      </a:pPr>
                      <a:endParaRPr lang="en-US" sz="1900" b="1" i="0" u="none" strike="noStrike" cap="none" dirty="0">
                        <a:solidFill>
                          <a:schemeClr val="dk1"/>
                        </a:solidFill>
                        <a:latin typeface="Times New Roman" panose="02020603050405020304" pitchFamily="18" charset="0"/>
                        <a:ea typeface="+mn-ea"/>
                        <a:cs typeface="Times New Roman" panose="02020603050405020304" pitchFamily="18" charset="0"/>
                        <a:sym typeface="Arial"/>
                      </a:endParaRPr>
                    </a:p>
                    <a:p>
                      <a:pPr marR="0" algn="ctr" rtl="0">
                        <a:lnSpc>
                          <a:spcPct val="100000"/>
                        </a:lnSpc>
                        <a:spcBef>
                          <a:spcPts val="0"/>
                        </a:spcBef>
                        <a:spcAft>
                          <a:spcPts val="0"/>
                        </a:spcAft>
                        <a:buClr>
                          <a:srgbClr val="000000"/>
                        </a:buClr>
                        <a:buFont typeface="Arial"/>
                      </a:pPr>
                      <a:endParaRPr lang="en-US" sz="1900" b="1" i="0" u="none" strike="noStrike" cap="none" dirty="0">
                        <a:solidFill>
                          <a:schemeClr val="dk1"/>
                        </a:solidFill>
                        <a:latin typeface="Times New Roman" panose="02020603050405020304" pitchFamily="18" charset="0"/>
                        <a:ea typeface="+mn-ea"/>
                        <a:cs typeface="Times New Roman" panose="02020603050405020304" pitchFamily="18" charset="0"/>
                        <a:sym typeface="Arial"/>
                      </a:endParaRPr>
                    </a:p>
                    <a:p>
                      <a:pPr marR="0" algn="ctr" rtl="0">
                        <a:lnSpc>
                          <a:spcPct val="100000"/>
                        </a:lnSpc>
                        <a:spcBef>
                          <a:spcPts val="0"/>
                        </a:spcBef>
                        <a:spcAft>
                          <a:spcPts val="0"/>
                        </a:spcAft>
                        <a:buClr>
                          <a:srgbClr val="000000"/>
                        </a:buClr>
                        <a:buFont typeface="Arial"/>
                      </a:pPr>
                      <a:r>
                        <a:rPr lang="en-US" sz="1900" b="1" i="0" u="none" strike="noStrike" cap="none" dirty="0">
                          <a:solidFill>
                            <a:schemeClr val="dk1"/>
                          </a:solidFill>
                          <a:latin typeface="Times New Roman" panose="02020603050405020304" pitchFamily="18" charset="0"/>
                          <a:ea typeface="+mn-ea"/>
                          <a:cs typeface="Times New Roman" panose="02020603050405020304" pitchFamily="18" charset="0"/>
                          <a:sym typeface="Arial"/>
                        </a:rPr>
                        <a:t>91.0</a:t>
                      </a:r>
                    </a:p>
                  </a:txBody>
                  <a:tcPr marL="94643" marR="94643" marT="47321" marB="47321">
                    <a:solidFill>
                      <a:schemeClr val="bg1">
                        <a:lumMod val="85000"/>
                      </a:schemeClr>
                    </a:solidFill>
                  </a:tcPr>
                </a:tc>
                <a:tc>
                  <a:txBody>
                    <a:bodyPr/>
                    <a:lstStyle/>
                    <a:p>
                      <a:pPr marR="0" algn="ctr" rtl="0">
                        <a:lnSpc>
                          <a:spcPct val="100000"/>
                        </a:lnSpc>
                        <a:spcBef>
                          <a:spcPts val="0"/>
                        </a:spcBef>
                        <a:spcAft>
                          <a:spcPts val="0"/>
                        </a:spcAft>
                        <a:buClr>
                          <a:srgbClr val="000000"/>
                        </a:buClr>
                        <a:buFont typeface="Arial"/>
                      </a:pPr>
                      <a:endParaRPr lang="en-US" sz="1900" b="1" i="0" u="none" strike="noStrike" cap="none" dirty="0">
                        <a:solidFill>
                          <a:schemeClr val="dk1"/>
                        </a:solidFill>
                        <a:latin typeface="Times New Roman" panose="02020603050405020304" pitchFamily="18" charset="0"/>
                        <a:ea typeface="+mn-ea"/>
                        <a:cs typeface="Times New Roman" panose="02020603050405020304" pitchFamily="18" charset="0"/>
                        <a:sym typeface="Arial"/>
                      </a:endParaRPr>
                    </a:p>
                    <a:p>
                      <a:pPr marR="0" algn="ctr" rtl="0">
                        <a:lnSpc>
                          <a:spcPct val="100000"/>
                        </a:lnSpc>
                        <a:spcBef>
                          <a:spcPts val="0"/>
                        </a:spcBef>
                        <a:spcAft>
                          <a:spcPts val="0"/>
                        </a:spcAft>
                        <a:buClr>
                          <a:srgbClr val="000000"/>
                        </a:buClr>
                        <a:buFont typeface="Arial"/>
                      </a:pPr>
                      <a:endParaRPr lang="en-US" sz="1900" b="1" i="0" u="none" strike="noStrike" cap="none" dirty="0">
                        <a:solidFill>
                          <a:schemeClr val="dk1"/>
                        </a:solidFill>
                        <a:latin typeface="Times New Roman" panose="02020603050405020304" pitchFamily="18" charset="0"/>
                        <a:ea typeface="+mn-ea"/>
                        <a:cs typeface="Times New Roman" panose="02020603050405020304" pitchFamily="18" charset="0"/>
                        <a:sym typeface="Arial"/>
                      </a:endParaRPr>
                    </a:p>
                    <a:p>
                      <a:pPr marR="0" algn="ctr" rtl="0">
                        <a:lnSpc>
                          <a:spcPct val="100000"/>
                        </a:lnSpc>
                        <a:spcBef>
                          <a:spcPts val="0"/>
                        </a:spcBef>
                        <a:spcAft>
                          <a:spcPts val="0"/>
                        </a:spcAft>
                        <a:buClr>
                          <a:srgbClr val="000000"/>
                        </a:buClr>
                        <a:buFont typeface="Arial"/>
                      </a:pPr>
                      <a:r>
                        <a:rPr lang="en-US" sz="1900" b="1" i="0" u="none" strike="noStrike" cap="none" dirty="0">
                          <a:solidFill>
                            <a:schemeClr val="dk1"/>
                          </a:solidFill>
                          <a:latin typeface="Times New Roman" panose="02020603050405020304" pitchFamily="18" charset="0"/>
                          <a:ea typeface="+mn-ea"/>
                          <a:cs typeface="Times New Roman" panose="02020603050405020304" pitchFamily="18" charset="0"/>
                          <a:sym typeface="Arial"/>
                        </a:rPr>
                        <a:t>94.3</a:t>
                      </a:r>
                    </a:p>
                  </a:txBody>
                  <a:tcPr marL="94643" marR="94643" marT="47321" marB="47321">
                    <a:solidFill>
                      <a:schemeClr val="bg1">
                        <a:lumMod val="85000"/>
                      </a:schemeClr>
                    </a:solidFill>
                  </a:tcPr>
                </a:tc>
                <a:tc>
                  <a:txBody>
                    <a:bodyPr/>
                    <a:lstStyle/>
                    <a:p>
                      <a:pPr marR="0" algn="ctr" rtl="0">
                        <a:lnSpc>
                          <a:spcPct val="100000"/>
                        </a:lnSpc>
                        <a:spcBef>
                          <a:spcPts val="0"/>
                        </a:spcBef>
                        <a:spcAft>
                          <a:spcPts val="0"/>
                        </a:spcAft>
                        <a:buClr>
                          <a:srgbClr val="000000"/>
                        </a:buClr>
                        <a:buFont typeface="Arial"/>
                      </a:pPr>
                      <a:endParaRPr lang="en-US" sz="1900" b="1" i="0" u="none" strike="noStrike" cap="none" dirty="0">
                        <a:solidFill>
                          <a:schemeClr val="dk1"/>
                        </a:solidFill>
                        <a:latin typeface="Times New Roman" panose="02020603050405020304" pitchFamily="18" charset="0"/>
                        <a:ea typeface="+mn-ea"/>
                        <a:cs typeface="Times New Roman" panose="02020603050405020304" pitchFamily="18" charset="0"/>
                        <a:sym typeface="Arial"/>
                      </a:endParaRPr>
                    </a:p>
                    <a:p>
                      <a:pPr marR="0" algn="ctr" rtl="0">
                        <a:lnSpc>
                          <a:spcPct val="100000"/>
                        </a:lnSpc>
                        <a:spcBef>
                          <a:spcPts val="0"/>
                        </a:spcBef>
                        <a:spcAft>
                          <a:spcPts val="0"/>
                        </a:spcAft>
                        <a:buClr>
                          <a:srgbClr val="000000"/>
                        </a:buClr>
                        <a:buFont typeface="Arial"/>
                      </a:pPr>
                      <a:endParaRPr lang="en-US" sz="1900" b="1" i="0" u="none" strike="noStrike" cap="none" dirty="0">
                        <a:solidFill>
                          <a:schemeClr val="dk1"/>
                        </a:solidFill>
                        <a:latin typeface="Times New Roman" panose="02020603050405020304" pitchFamily="18" charset="0"/>
                        <a:ea typeface="+mn-ea"/>
                        <a:cs typeface="Times New Roman" panose="02020603050405020304" pitchFamily="18" charset="0"/>
                        <a:sym typeface="Arial"/>
                      </a:endParaRPr>
                    </a:p>
                    <a:p>
                      <a:pPr marR="0" algn="ctr" rtl="0">
                        <a:lnSpc>
                          <a:spcPct val="100000"/>
                        </a:lnSpc>
                        <a:spcBef>
                          <a:spcPts val="0"/>
                        </a:spcBef>
                        <a:spcAft>
                          <a:spcPts val="0"/>
                        </a:spcAft>
                        <a:buClr>
                          <a:srgbClr val="000000"/>
                        </a:buClr>
                        <a:buFont typeface="Arial"/>
                      </a:pPr>
                      <a:r>
                        <a:rPr lang="en-US" sz="1900" b="1" i="0" u="none" strike="noStrike" cap="none" dirty="0">
                          <a:solidFill>
                            <a:schemeClr val="dk1"/>
                          </a:solidFill>
                          <a:latin typeface="Times New Roman" panose="02020603050405020304" pitchFamily="18" charset="0"/>
                          <a:ea typeface="+mn-ea"/>
                          <a:cs typeface="Times New Roman" panose="02020603050405020304" pitchFamily="18" charset="0"/>
                          <a:sym typeface="Arial"/>
                        </a:rPr>
                        <a:t>89.6</a:t>
                      </a:r>
                    </a:p>
                  </a:txBody>
                  <a:tcPr marL="94643" marR="94643" marT="47321" marB="47321">
                    <a:solidFill>
                      <a:schemeClr val="bg1">
                        <a:lumMod val="85000"/>
                      </a:schemeClr>
                    </a:solidFill>
                  </a:tcPr>
                </a:tc>
                <a:tc>
                  <a:txBody>
                    <a:bodyPr/>
                    <a:lstStyle/>
                    <a:p>
                      <a:pPr marR="0" algn="ctr" rtl="0">
                        <a:lnSpc>
                          <a:spcPct val="100000"/>
                        </a:lnSpc>
                        <a:spcBef>
                          <a:spcPts val="0"/>
                        </a:spcBef>
                        <a:spcAft>
                          <a:spcPts val="0"/>
                        </a:spcAft>
                        <a:buClr>
                          <a:srgbClr val="000000"/>
                        </a:buClr>
                        <a:buFont typeface="Arial"/>
                      </a:pPr>
                      <a:endParaRPr lang="en-US" sz="2600" b="1" i="0" u="none" strike="noStrike" cap="none" dirty="0">
                        <a:solidFill>
                          <a:srgbClr val="FA6671"/>
                        </a:solidFill>
                        <a:latin typeface="Times New Roman" panose="02020603050405020304" pitchFamily="18" charset="0"/>
                        <a:ea typeface="+mn-ea"/>
                        <a:cs typeface="Times New Roman" panose="02020603050405020304" pitchFamily="18" charset="0"/>
                        <a:sym typeface="Arial"/>
                      </a:endParaRPr>
                    </a:p>
                    <a:p>
                      <a:pPr marR="0" algn="ctr" rtl="0">
                        <a:lnSpc>
                          <a:spcPct val="100000"/>
                        </a:lnSpc>
                        <a:spcBef>
                          <a:spcPts val="0"/>
                        </a:spcBef>
                        <a:spcAft>
                          <a:spcPts val="0"/>
                        </a:spcAft>
                        <a:buClr>
                          <a:srgbClr val="000000"/>
                        </a:buClr>
                        <a:buFont typeface="Arial"/>
                      </a:pPr>
                      <a:r>
                        <a:rPr lang="en-US" sz="2600" b="1" i="0" u="none" strike="noStrike" cap="none" dirty="0">
                          <a:solidFill>
                            <a:srgbClr val="FA6671"/>
                          </a:solidFill>
                          <a:latin typeface="Times New Roman" panose="02020603050405020304" pitchFamily="18" charset="0"/>
                          <a:ea typeface="+mn-ea"/>
                          <a:cs typeface="Times New Roman" panose="02020603050405020304" pitchFamily="18" charset="0"/>
                          <a:sym typeface="Arial"/>
                        </a:rPr>
                        <a:t>94.214</a:t>
                      </a:r>
                    </a:p>
                  </a:txBody>
                  <a:tcPr marL="94643" marR="94643" marT="47321" marB="47321">
                    <a:solidFill>
                      <a:schemeClr val="bg1">
                        <a:lumMod val="85000"/>
                      </a:schemeClr>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595418617"/>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96DE0336-FE28-E1E4-E684-8C28A5217D4A}"/>
              </a:ext>
            </a:extLst>
          </p:cNvPr>
          <p:cNvSpPr>
            <a:spLocks noGrp="1"/>
          </p:cNvSpPr>
          <p:nvPr>
            <p:ph type="subTitle" idx="1"/>
          </p:nvPr>
        </p:nvSpPr>
        <p:spPr>
          <a:xfrm>
            <a:off x="179615" y="-120103"/>
            <a:ext cx="7600543" cy="5882412"/>
          </a:xfrm>
        </p:spPr>
        <p:txBody>
          <a:bodyPr/>
          <a:lstStyle/>
          <a:p>
            <a:pPr algn="l"/>
            <a:endParaRPr lang="en-US" sz="2898" b="1" dirty="0">
              <a:solidFill>
                <a:schemeClr val="accent6">
                  <a:lumMod val="50000"/>
                </a:schemeClr>
              </a:solidFill>
              <a:latin typeface="Times New Roman" panose="02020603050405020304" pitchFamily="18" charset="0"/>
              <a:cs typeface="Times New Roman" panose="02020603050405020304" pitchFamily="18" charset="0"/>
            </a:endParaRPr>
          </a:p>
          <a:p>
            <a:pPr marL="0" indent="0" algn="l"/>
            <a:r>
              <a:rPr lang="en-US" sz="3313" b="1" dirty="0">
                <a:solidFill>
                  <a:srgbClr val="FA6671"/>
                </a:solidFill>
                <a:latin typeface="Times New Roman" panose="02020603050405020304" pitchFamily="18" charset="0"/>
                <a:cs typeface="Times New Roman" panose="02020603050405020304" pitchFamily="18" charset="0"/>
              </a:rPr>
              <a:t>Experimental Result </a:t>
            </a:r>
          </a:p>
          <a:p>
            <a:pPr marL="0" indent="0" algn="l"/>
            <a:r>
              <a:rPr lang="en-US" sz="3313" b="1" dirty="0">
                <a:solidFill>
                  <a:schemeClr val="accent6">
                    <a:lumMod val="75000"/>
                  </a:schemeClr>
                </a:solidFill>
                <a:latin typeface="Times New Roman" panose="02020603050405020304" pitchFamily="18" charset="0"/>
                <a:cs typeface="Times New Roman" panose="02020603050405020304" pitchFamily="18" charset="0"/>
              </a:rPr>
              <a:t> </a:t>
            </a:r>
            <a:br>
              <a:rPr lang="en-US" sz="3313" b="1" dirty="0">
                <a:solidFill>
                  <a:schemeClr val="accent6">
                    <a:lumMod val="75000"/>
                  </a:schemeClr>
                </a:solidFill>
                <a:latin typeface="Times New Roman" panose="02020603050405020304" pitchFamily="18" charset="0"/>
                <a:cs typeface="Times New Roman" panose="02020603050405020304" pitchFamily="18" charset="0"/>
              </a:rPr>
            </a:br>
            <a:endParaRPr lang="en-US" sz="2069" dirty="0">
              <a:latin typeface="Times New Roman" panose="02020603050405020304" pitchFamily="18" charset="0"/>
              <a:cs typeface="Times New Roman" panose="02020603050405020304" pitchFamily="18" charset="0"/>
            </a:endParaRPr>
          </a:p>
          <a:p>
            <a:pPr marL="52581" indent="0" algn="l"/>
            <a:endParaRPr lang="en-US" sz="726" dirty="0">
              <a:latin typeface="Times New Roman" panose="02020603050405020304" pitchFamily="18" charset="0"/>
              <a:cs typeface="Times New Roman" panose="02020603050405020304" pitchFamily="18" charset="0"/>
            </a:endParaRPr>
          </a:p>
        </p:txBody>
      </p:sp>
      <p:cxnSp>
        <p:nvCxnSpPr>
          <p:cNvPr id="8" name="Straight Connector 7">
            <a:extLst>
              <a:ext uri="{FF2B5EF4-FFF2-40B4-BE49-F238E27FC236}">
                <a16:creationId xmlns:a16="http://schemas.microsoft.com/office/drawing/2014/main" id="{D590224B-6DB4-4F5F-8050-E465BAABC648}"/>
              </a:ext>
            </a:extLst>
          </p:cNvPr>
          <p:cNvCxnSpPr/>
          <p:nvPr/>
        </p:nvCxnSpPr>
        <p:spPr>
          <a:xfrm>
            <a:off x="179613" y="1161214"/>
            <a:ext cx="3947382" cy="29120"/>
          </a:xfrm>
          <a:prstGeom prst="line">
            <a:avLst/>
          </a:prstGeom>
          <a:ln>
            <a:solidFill>
              <a:srgbClr val="FA6671"/>
            </a:solidFill>
          </a:ln>
        </p:spPr>
        <p:style>
          <a:lnRef idx="3">
            <a:schemeClr val="accent6"/>
          </a:lnRef>
          <a:fillRef idx="0">
            <a:schemeClr val="accent6"/>
          </a:fillRef>
          <a:effectRef idx="2">
            <a:schemeClr val="accent6"/>
          </a:effectRef>
          <a:fontRef idx="minor">
            <a:schemeClr val="tx1"/>
          </a:fontRef>
        </p:style>
      </p:cxnSp>
      <p:sp>
        <p:nvSpPr>
          <p:cNvPr id="9" name="Slide Number Placeholder 8">
            <a:extLst>
              <a:ext uri="{FF2B5EF4-FFF2-40B4-BE49-F238E27FC236}">
                <a16:creationId xmlns:a16="http://schemas.microsoft.com/office/drawing/2014/main" id="{A0F31BAE-AC97-6217-1E8D-8B0B0B7921E0}"/>
              </a:ext>
            </a:extLst>
          </p:cNvPr>
          <p:cNvSpPr>
            <a:spLocks noGrp="1"/>
          </p:cNvSpPr>
          <p:nvPr>
            <p:ph type="sldNum" idx="12"/>
          </p:nvPr>
        </p:nvSpPr>
        <p:spPr/>
        <p:txBody>
          <a:bodyPr/>
          <a:lstStyle/>
          <a:p>
            <a:fld id="{00000000-1234-1234-1234-123412341234}" type="slidenum">
              <a:rPr lang="en-US" smtClean="0"/>
              <a:pPr/>
              <a:t>21</a:t>
            </a:fld>
            <a:endParaRPr lang="en-US"/>
          </a:p>
        </p:txBody>
      </p:sp>
      <p:sp>
        <p:nvSpPr>
          <p:cNvPr id="32" name="Title 1">
            <a:extLst>
              <a:ext uri="{FF2B5EF4-FFF2-40B4-BE49-F238E27FC236}">
                <a16:creationId xmlns:a16="http://schemas.microsoft.com/office/drawing/2014/main" id="{300142E8-538C-AE92-2A73-841716833054}"/>
              </a:ext>
            </a:extLst>
          </p:cNvPr>
          <p:cNvSpPr>
            <a:spLocks noGrp="1"/>
          </p:cNvSpPr>
          <p:nvPr>
            <p:ph type="ctrTitle"/>
          </p:nvPr>
        </p:nvSpPr>
        <p:spPr>
          <a:xfrm>
            <a:off x="179612" y="1283221"/>
            <a:ext cx="6133958" cy="554802"/>
          </a:xfrm>
        </p:spPr>
        <p:txBody>
          <a:bodyPr/>
          <a:lstStyle/>
          <a:p>
            <a:pPr algn="l"/>
            <a:br>
              <a:rPr lang="en-US" sz="3313" b="1" u="sng" dirty="0">
                <a:solidFill>
                  <a:schemeClr val="tx1"/>
                </a:solidFill>
              </a:rPr>
            </a:br>
            <a:br>
              <a:rPr lang="en-US" sz="3313" b="1" u="sng" dirty="0">
                <a:solidFill>
                  <a:schemeClr val="tx1"/>
                </a:solidFill>
              </a:rPr>
            </a:br>
            <a:r>
              <a:rPr lang="en-US" sz="3313" b="1" u="sng" dirty="0">
                <a:solidFill>
                  <a:schemeClr val="tx1"/>
                </a:solidFill>
              </a:rPr>
              <a:t>Resnet Results </a:t>
            </a:r>
          </a:p>
        </p:txBody>
      </p:sp>
      <p:sp>
        <p:nvSpPr>
          <p:cNvPr id="33" name="Subtitle 2">
            <a:extLst>
              <a:ext uri="{FF2B5EF4-FFF2-40B4-BE49-F238E27FC236}">
                <a16:creationId xmlns:a16="http://schemas.microsoft.com/office/drawing/2014/main" id="{2A642F1B-9316-47E7-0741-BDE01DA4DF73}"/>
              </a:ext>
            </a:extLst>
          </p:cNvPr>
          <p:cNvSpPr txBox="1">
            <a:spLocks/>
          </p:cNvSpPr>
          <p:nvPr/>
        </p:nvSpPr>
        <p:spPr>
          <a:xfrm>
            <a:off x="92036" y="1793467"/>
            <a:ext cx="11717452" cy="4739661"/>
          </a:xfrm>
          <a:prstGeom prst="rect">
            <a:avLst/>
          </a:prstGeom>
          <a:noFill/>
          <a:ln>
            <a:noFill/>
          </a:ln>
        </p:spPr>
        <p:txBody>
          <a:bodyPr spcFirstLastPara="1" wrap="square" lIns="94627" tIns="47301" rIns="94627" bIns="47301" anchor="t" anchorCtr="0">
            <a:noAutofit/>
          </a:bodyPr>
          <a:lstStyle>
            <a:defPPr marR="0" lvl="0" algn="l" rtl="0">
              <a:lnSpc>
                <a:spcPct val="100000"/>
              </a:lnSpc>
              <a:spcBef>
                <a:spcPts val="0"/>
              </a:spcBef>
              <a:spcAft>
                <a:spcPts val="0"/>
              </a:spcAft>
            </a:defPPr>
            <a:lvl1pPr marL="457200" marR="0" lvl="0" indent="-406400" algn="ctr" rtl="0">
              <a:lnSpc>
                <a:spcPct val="90000"/>
              </a:lnSpc>
              <a:spcBef>
                <a:spcPts val="10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L="914400" marR="0" lvl="1" indent="-381000"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L="1371600" marR="0" lvl="2" indent="-355600"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L="1828800" marR="0" lvl="3"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L="2286000" marR="0" lvl="4"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L="2743200" marR="0" lvl="5"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L="3200400" marR="0" lvl="6"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L="3657600" marR="0" lvl="7"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L="4114800" marR="0" lvl="8"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pPr marL="0" indent="0" algn="just">
              <a:lnSpc>
                <a:spcPct val="100000"/>
              </a:lnSpc>
              <a:spcAft>
                <a:spcPts val="621"/>
              </a:spcAft>
            </a:pPr>
            <a:endParaRPr lang="en-US" sz="1863" dirty="0">
              <a:latin typeface="Times New Roman" panose="02020603050405020304" pitchFamily="18" charset="0"/>
              <a:cs typeface="Times New Roman" panose="02020603050405020304" pitchFamily="18" charset="0"/>
            </a:endParaRPr>
          </a:p>
          <a:p>
            <a:pPr marL="0" indent="0" algn="just">
              <a:lnSpc>
                <a:spcPct val="100000"/>
              </a:lnSpc>
              <a:spcAft>
                <a:spcPts val="621"/>
              </a:spcAft>
            </a:pPr>
            <a:endParaRPr lang="en-US" sz="1863" dirty="0">
              <a:latin typeface="Times New Roman" panose="02020603050405020304" pitchFamily="18" charset="0"/>
              <a:cs typeface="Times New Roman" panose="02020603050405020304" pitchFamily="18" charset="0"/>
            </a:endParaRPr>
          </a:p>
          <a:p>
            <a:pPr marL="0" indent="0" algn="just">
              <a:lnSpc>
                <a:spcPct val="100000"/>
              </a:lnSpc>
              <a:spcAft>
                <a:spcPts val="621"/>
              </a:spcAft>
            </a:pPr>
            <a:r>
              <a:rPr lang="en-US" sz="1863" dirty="0">
                <a:latin typeface="Times New Roman" panose="02020603050405020304" pitchFamily="18" charset="0"/>
                <a:cs typeface="Times New Roman" panose="02020603050405020304" pitchFamily="18" charset="0"/>
              </a:rPr>
              <a:t>. </a:t>
            </a:r>
            <a:endParaRPr lang="en-US" sz="2069" dirty="0"/>
          </a:p>
        </p:txBody>
      </p:sp>
      <p:sp>
        <p:nvSpPr>
          <p:cNvPr id="11" name="Google Shape;211;p19">
            <a:extLst>
              <a:ext uri="{FF2B5EF4-FFF2-40B4-BE49-F238E27FC236}">
                <a16:creationId xmlns:a16="http://schemas.microsoft.com/office/drawing/2014/main" id="{34422662-040E-FDBE-007D-42AAA975596C}"/>
              </a:ext>
            </a:extLst>
          </p:cNvPr>
          <p:cNvSpPr/>
          <p:nvPr/>
        </p:nvSpPr>
        <p:spPr>
          <a:xfrm rot="18279675" flipH="1">
            <a:off x="10230140" y="353388"/>
            <a:ext cx="1183702" cy="1188369"/>
          </a:xfrm>
          <a:prstGeom prst="triangle">
            <a:avLst>
              <a:gd name="adj" fmla="val 50000"/>
            </a:avLst>
          </a:prstGeom>
          <a:solidFill>
            <a:schemeClr val="bg1">
              <a:lumMod val="85000"/>
            </a:schemeClr>
          </a:solidFill>
          <a:ln>
            <a:noFill/>
          </a:ln>
        </p:spPr>
        <p:txBody>
          <a:bodyPr spcFirstLastPara="1" wrap="square" lIns="94627" tIns="47301" rIns="94627" bIns="47301" anchor="ctr" anchorCtr="0">
            <a:noAutofit/>
          </a:bodyPr>
          <a:lstStyle/>
          <a:p>
            <a:pPr algn="ctr"/>
            <a:endParaRPr sz="1863">
              <a:solidFill>
                <a:schemeClr val="lt1"/>
              </a:solidFill>
              <a:latin typeface="Calibri"/>
              <a:ea typeface="Calibri"/>
              <a:cs typeface="Calibri"/>
              <a:sym typeface="Calibri"/>
            </a:endParaRPr>
          </a:p>
        </p:txBody>
      </p:sp>
      <p:sp>
        <p:nvSpPr>
          <p:cNvPr id="12" name="Google Shape;212;p19">
            <a:extLst>
              <a:ext uri="{FF2B5EF4-FFF2-40B4-BE49-F238E27FC236}">
                <a16:creationId xmlns:a16="http://schemas.microsoft.com/office/drawing/2014/main" id="{009592B4-7256-9624-5611-87DFC378F044}"/>
              </a:ext>
            </a:extLst>
          </p:cNvPr>
          <p:cNvSpPr/>
          <p:nvPr/>
        </p:nvSpPr>
        <p:spPr>
          <a:xfrm rot="13887929" flipH="1">
            <a:off x="10794650" y="227676"/>
            <a:ext cx="1095806" cy="909346"/>
          </a:xfrm>
          <a:prstGeom prst="triangle">
            <a:avLst>
              <a:gd name="adj" fmla="val 50000"/>
            </a:avLst>
          </a:prstGeom>
          <a:solidFill>
            <a:srgbClr val="FA6671"/>
          </a:solidFill>
          <a:ln>
            <a:noFill/>
          </a:ln>
        </p:spPr>
        <p:txBody>
          <a:bodyPr spcFirstLastPara="1" wrap="square" lIns="94627" tIns="47301" rIns="94627" bIns="47301" anchor="ctr" anchorCtr="0">
            <a:noAutofit/>
          </a:bodyPr>
          <a:lstStyle/>
          <a:p>
            <a:pPr algn="ctr"/>
            <a:endParaRPr sz="1863">
              <a:solidFill>
                <a:schemeClr val="lt1"/>
              </a:solidFill>
              <a:latin typeface="Calibri"/>
              <a:ea typeface="Calibri"/>
              <a:cs typeface="Calibri"/>
              <a:sym typeface="Calibri"/>
            </a:endParaRPr>
          </a:p>
        </p:txBody>
      </p:sp>
      <p:graphicFrame>
        <p:nvGraphicFramePr>
          <p:cNvPr id="13" name="Table 6">
            <a:extLst>
              <a:ext uri="{FF2B5EF4-FFF2-40B4-BE49-F238E27FC236}">
                <a16:creationId xmlns:a16="http://schemas.microsoft.com/office/drawing/2014/main" id="{89582452-3037-F5D6-E6B2-4BC64F1B6F32}"/>
              </a:ext>
            </a:extLst>
          </p:cNvPr>
          <p:cNvGraphicFramePr>
            <a:graphicFrameLocks noGrp="1"/>
          </p:cNvGraphicFramePr>
          <p:nvPr/>
        </p:nvGraphicFramePr>
        <p:xfrm>
          <a:off x="179612" y="2282560"/>
          <a:ext cx="11467712" cy="1645706"/>
        </p:xfrm>
        <a:graphic>
          <a:graphicData uri="http://schemas.openxmlformats.org/drawingml/2006/table">
            <a:tbl>
              <a:tblPr firstRow="1" bandRow="1">
                <a:tableStyleId>{5C22544A-7EE6-4342-B048-85BDC9FD1C3A}</a:tableStyleId>
              </a:tblPr>
              <a:tblGrid>
                <a:gridCol w="2969988">
                  <a:extLst>
                    <a:ext uri="{9D8B030D-6E8A-4147-A177-3AD203B41FA5}">
                      <a16:colId xmlns:a16="http://schemas.microsoft.com/office/drawing/2014/main" val="20000"/>
                    </a:ext>
                  </a:extLst>
                </a:gridCol>
                <a:gridCol w="1567543">
                  <a:extLst>
                    <a:ext uri="{9D8B030D-6E8A-4147-A177-3AD203B41FA5}">
                      <a16:colId xmlns:a16="http://schemas.microsoft.com/office/drawing/2014/main" val="3674087195"/>
                    </a:ext>
                  </a:extLst>
                </a:gridCol>
                <a:gridCol w="1407886">
                  <a:extLst>
                    <a:ext uri="{9D8B030D-6E8A-4147-A177-3AD203B41FA5}">
                      <a16:colId xmlns:a16="http://schemas.microsoft.com/office/drawing/2014/main" val="3586536515"/>
                    </a:ext>
                  </a:extLst>
                </a:gridCol>
                <a:gridCol w="1212450">
                  <a:extLst>
                    <a:ext uri="{9D8B030D-6E8A-4147-A177-3AD203B41FA5}">
                      <a16:colId xmlns:a16="http://schemas.microsoft.com/office/drawing/2014/main" val="806167050"/>
                    </a:ext>
                  </a:extLst>
                </a:gridCol>
                <a:gridCol w="1588807">
                  <a:extLst>
                    <a:ext uri="{9D8B030D-6E8A-4147-A177-3AD203B41FA5}">
                      <a16:colId xmlns:a16="http://schemas.microsoft.com/office/drawing/2014/main" val="612276904"/>
                    </a:ext>
                  </a:extLst>
                </a:gridCol>
                <a:gridCol w="1247965">
                  <a:extLst>
                    <a:ext uri="{9D8B030D-6E8A-4147-A177-3AD203B41FA5}">
                      <a16:colId xmlns:a16="http://schemas.microsoft.com/office/drawing/2014/main" val="3061572918"/>
                    </a:ext>
                  </a:extLst>
                </a:gridCol>
                <a:gridCol w="1473073">
                  <a:extLst>
                    <a:ext uri="{9D8B030D-6E8A-4147-A177-3AD203B41FA5}">
                      <a16:colId xmlns:a16="http://schemas.microsoft.com/office/drawing/2014/main" val="3489556616"/>
                    </a:ext>
                  </a:extLst>
                </a:gridCol>
              </a:tblGrid>
              <a:tr h="691179">
                <a:tc>
                  <a:txBody>
                    <a:bodyPr/>
                    <a:lstStyle/>
                    <a:p>
                      <a:pPr algn="ctr"/>
                      <a:r>
                        <a:rPr lang="en-US" sz="1900" b="1" dirty="0">
                          <a:latin typeface="Times New Roman" panose="02020603050405020304" pitchFamily="18" charset="0"/>
                          <a:cs typeface="Times New Roman" panose="02020603050405020304" pitchFamily="18" charset="0"/>
                        </a:rPr>
                        <a:t>Influencing Factors </a:t>
                      </a:r>
                    </a:p>
                  </a:txBody>
                  <a:tcPr marL="94643" marR="94643" marT="47321" marB="47321">
                    <a:solidFill>
                      <a:srgbClr val="FA6671"/>
                    </a:solidFill>
                  </a:tcPr>
                </a:tc>
                <a:tc>
                  <a:txBody>
                    <a:bodyPr/>
                    <a:lstStyle/>
                    <a:p>
                      <a:pPr algn="ctr"/>
                      <a:r>
                        <a:rPr lang="en-US" sz="1900" b="1" dirty="0">
                          <a:latin typeface="Times New Roman" panose="02020603050405020304" pitchFamily="18" charset="0"/>
                          <a:cs typeface="Times New Roman" panose="02020603050405020304" pitchFamily="18" charset="0"/>
                        </a:rPr>
                        <a:t>Trial 1</a:t>
                      </a:r>
                    </a:p>
                  </a:txBody>
                  <a:tcPr marL="94643" marR="94643" marT="47321" marB="47321">
                    <a:solidFill>
                      <a:srgbClr val="FA667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900" b="1" dirty="0">
                          <a:latin typeface="Times New Roman" panose="02020603050405020304" pitchFamily="18" charset="0"/>
                          <a:cs typeface="Times New Roman" panose="02020603050405020304" pitchFamily="18" charset="0"/>
                        </a:rPr>
                        <a:t>Trial 2</a:t>
                      </a:r>
                    </a:p>
                    <a:p>
                      <a:pPr algn="ctr"/>
                      <a:endParaRPr lang="en-US" sz="1900" b="1" dirty="0">
                        <a:latin typeface="Times New Roman" panose="02020603050405020304" pitchFamily="18" charset="0"/>
                        <a:cs typeface="Times New Roman" panose="02020603050405020304" pitchFamily="18" charset="0"/>
                      </a:endParaRPr>
                    </a:p>
                  </a:txBody>
                  <a:tcPr marL="94643" marR="94643" marT="47321" marB="47321">
                    <a:solidFill>
                      <a:srgbClr val="FA667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900" b="1" dirty="0">
                          <a:latin typeface="Times New Roman" panose="02020603050405020304" pitchFamily="18" charset="0"/>
                          <a:cs typeface="Times New Roman" panose="02020603050405020304" pitchFamily="18" charset="0"/>
                        </a:rPr>
                        <a:t>Trial 3</a:t>
                      </a:r>
                    </a:p>
                    <a:p>
                      <a:pPr algn="ctr"/>
                      <a:endParaRPr lang="en-US" sz="1900" b="1" dirty="0">
                        <a:latin typeface="Times New Roman" panose="02020603050405020304" pitchFamily="18" charset="0"/>
                        <a:cs typeface="Times New Roman" panose="02020603050405020304" pitchFamily="18" charset="0"/>
                      </a:endParaRPr>
                    </a:p>
                  </a:txBody>
                  <a:tcPr marL="94643" marR="94643" marT="47321" marB="47321">
                    <a:solidFill>
                      <a:srgbClr val="FA667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900" b="1" dirty="0">
                          <a:latin typeface="Times New Roman" panose="02020603050405020304" pitchFamily="18" charset="0"/>
                          <a:cs typeface="Times New Roman" panose="02020603050405020304" pitchFamily="18" charset="0"/>
                        </a:rPr>
                        <a:t>Trial 4</a:t>
                      </a:r>
                    </a:p>
                    <a:p>
                      <a:pPr algn="ctr"/>
                      <a:endParaRPr lang="en-US" sz="1900" b="1" dirty="0">
                        <a:latin typeface="Times New Roman" panose="02020603050405020304" pitchFamily="18" charset="0"/>
                        <a:cs typeface="Times New Roman" panose="02020603050405020304" pitchFamily="18" charset="0"/>
                      </a:endParaRPr>
                    </a:p>
                  </a:txBody>
                  <a:tcPr marL="94643" marR="94643" marT="47321" marB="47321">
                    <a:solidFill>
                      <a:srgbClr val="FA667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900" b="1" dirty="0">
                          <a:latin typeface="Times New Roman" panose="02020603050405020304" pitchFamily="18" charset="0"/>
                          <a:cs typeface="Times New Roman" panose="02020603050405020304" pitchFamily="18" charset="0"/>
                        </a:rPr>
                        <a:t>Trial 5</a:t>
                      </a:r>
                    </a:p>
                    <a:p>
                      <a:pPr algn="ctr"/>
                      <a:endParaRPr lang="en-US" sz="1900" b="1" dirty="0">
                        <a:latin typeface="Times New Roman" panose="02020603050405020304" pitchFamily="18" charset="0"/>
                        <a:cs typeface="Times New Roman" panose="02020603050405020304" pitchFamily="18" charset="0"/>
                      </a:endParaRPr>
                    </a:p>
                  </a:txBody>
                  <a:tcPr marL="94643" marR="94643" marT="47321" marB="47321">
                    <a:solidFill>
                      <a:srgbClr val="FA6671"/>
                    </a:solidFill>
                  </a:tcPr>
                </a:tc>
                <a:tc>
                  <a:txBody>
                    <a:bodyPr/>
                    <a:lstStyle/>
                    <a:p>
                      <a:pPr algn="ctr"/>
                      <a:r>
                        <a:rPr lang="en-US" sz="1900" b="1" dirty="0">
                          <a:latin typeface="Times New Roman" panose="02020603050405020304" pitchFamily="18" charset="0"/>
                          <a:cs typeface="Times New Roman" panose="02020603050405020304" pitchFamily="18" charset="0"/>
                        </a:rPr>
                        <a:t>Average </a:t>
                      </a:r>
                    </a:p>
                    <a:p>
                      <a:pPr algn="ctr"/>
                      <a:r>
                        <a:rPr lang="en-US" sz="1900" b="1" dirty="0">
                          <a:latin typeface="Times New Roman" panose="02020603050405020304" pitchFamily="18" charset="0"/>
                          <a:cs typeface="Times New Roman" panose="02020603050405020304" pitchFamily="18" charset="0"/>
                        </a:rPr>
                        <a:t>Accuracy</a:t>
                      </a:r>
                    </a:p>
                  </a:txBody>
                  <a:tcPr marL="94643" marR="94643" marT="47321" marB="47321">
                    <a:solidFill>
                      <a:srgbClr val="FA6671"/>
                    </a:solidFill>
                  </a:tcPr>
                </a:tc>
                <a:extLst>
                  <a:ext uri="{0D108BD9-81ED-4DB2-BD59-A6C34878D82A}">
                    <a16:rowId xmlns:a16="http://schemas.microsoft.com/office/drawing/2014/main" val="967428072"/>
                  </a:ext>
                </a:extLst>
              </a:tr>
              <a:tr h="954527">
                <a:tc>
                  <a:txBody>
                    <a:bodyPr/>
                    <a:lstStyle/>
                    <a:p>
                      <a:pPr marL="285750" indent="-285750" rtl="0">
                        <a:buFont typeface="Arial" panose="020B0604020202020204" pitchFamily="34" charset="0"/>
                        <a:buChar char="•"/>
                      </a:pPr>
                      <a:r>
                        <a:rPr lang="en-US" sz="1400" b="1" dirty="0"/>
                        <a:t>Change Lr to 1e-4</a:t>
                      </a:r>
                    </a:p>
                    <a:p>
                      <a:pPr marL="285750" indent="-285750" rtl="0">
                        <a:buFont typeface="Arial" panose="020B0604020202020204" pitchFamily="34" charset="0"/>
                        <a:buChar char="•"/>
                      </a:pPr>
                      <a:r>
                        <a:rPr lang="en-US" sz="1400" b="1" dirty="0"/>
                        <a:t>Change batch size to 32</a:t>
                      </a:r>
                      <a:br>
                        <a:rPr lang="en-US" sz="1900" dirty="0"/>
                      </a:br>
                      <a:endParaRPr lang="en-US" sz="1900" b="1" dirty="0">
                        <a:latin typeface="Times New Roman" panose="02020603050405020304" pitchFamily="18" charset="0"/>
                        <a:cs typeface="Times New Roman" panose="02020603050405020304" pitchFamily="18" charset="0"/>
                      </a:endParaRPr>
                    </a:p>
                  </a:txBody>
                  <a:tcPr marL="94643" marR="94643" marT="47321" marB="47321">
                    <a:solidFill>
                      <a:schemeClr val="bg1">
                        <a:lumMod val="85000"/>
                      </a:schemeClr>
                    </a:solidFill>
                  </a:tcPr>
                </a:tc>
                <a:tc>
                  <a:txBody>
                    <a:bodyPr/>
                    <a:lstStyle/>
                    <a:p>
                      <a:pPr algn="ctr"/>
                      <a:endParaRPr lang="en-US" sz="1900" b="1" i="0" u="none" strike="noStrike" cap="none" dirty="0">
                        <a:solidFill>
                          <a:schemeClr val="dk1"/>
                        </a:solidFill>
                        <a:latin typeface="Times New Roman" panose="02020603050405020304" pitchFamily="18" charset="0"/>
                        <a:ea typeface="+mn-ea"/>
                        <a:cs typeface="Times New Roman" panose="02020603050405020304" pitchFamily="18" charset="0"/>
                        <a:sym typeface="Arial"/>
                      </a:endParaRPr>
                    </a:p>
                    <a:p>
                      <a:pPr algn="ctr"/>
                      <a:r>
                        <a:rPr lang="en-US" sz="1900" b="1" i="0" u="none" strike="noStrike" cap="none" dirty="0">
                          <a:solidFill>
                            <a:schemeClr val="dk1"/>
                          </a:solidFill>
                          <a:latin typeface="Times New Roman" panose="02020603050405020304" pitchFamily="18" charset="0"/>
                          <a:ea typeface="+mn-ea"/>
                          <a:cs typeface="Times New Roman" panose="02020603050405020304" pitchFamily="18" charset="0"/>
                          <a:sym typeface="Arial"/>
                        </a:rPr>
                        <a:t>94</a:t>
                      </a:r>
                    </a:p>
                  </a:txBody>
                  <a:tcPr marL="94643" marR="94643" marT="47321" marB="47321">
                    <a:solidFill>
                      <a:schemeClr val="bg1">
                        <a:lumMod val="85000"/>
                      </a:schemeClr>
                    </a:solidFill>
                  </a:tcPr>
                </a:tc>
                <a:tc>
                  <a:txBody>
                    <a:bodyPr/>
                    <a:lstStyle/>
                    <a:p>
                      <a:pPr algn="ctr"/>
                      <a:endParaRPr lang="en-US" sz="1900" b="1" i="0" u="none" strike="noStrike" cap="none" dirty="0">
                        <a:solidFill>
                          <a:schemeClr val="dk1"/>
                        </a:solidFill>
                        <a:latin typeface="Times New Roman" panose="02020603050405020304" pitchFamily="18" charset="0"/>
                        <a:ea typeface="+mn-ea"/>
                        <a:cs typeface="Times New Roman" panose="02020603050405020304" pitchFamily="18" charset="0"/>
                        <a:sym typeface="Arial"/>
                      </a:endParaRPr>
                    </a:p>
                    <a:p>
                      <a:pPr algn="ctr"/>
                      <a:r>
                        <a:rPr lang="en-US" sz="1900" b="1" i="0" u="none" strike="noStrike" cap="none" dirty="0">
                          <a:solidFill>
                            <a:schemeClr val="dk1"/>
                          </a:solidFill>
                          <a:latin typeface="Times New Roman" panose="02020603050405020304" pitchFamily="18" charset="0"/>
                          <a:ea typeface="+mn-ea"/>
                          <a:cs typeface="Times New Roman" panose="02020603050405020304" pitchFamily="18" charset="0"/>
                          <a:sym typeface="Arial"/>
                        </a:rPr>
                        <a:t>97.57</a:t>
                      </a:r>
                    </a:p>
                  </a:txBody>
                  <a:tcPr marL="94643" marR="94643" marT="47321" marB="47321">
                    <a:solidFill>
                      <a:schemeClr val="bg1">
                        <a:lumMod val="85000"/>
                      </a:schemeClr>
                    </a:solidFill>
                  </a:tcPr>
                </a:tc>
                <a:tc>
                  <a:txBody>
                    <a:bodyPr/>
                    <a:lstStyle/>
                    <a:p>
                      <a:pPr algn="ctr"/>
                      <a:endParaRPr lang="en-US" sz="1900" b="1" i="0" u="none" strike="noStrike" cap="none" dirty="0">
                        <a:solidFill>
                          <a:schemeClr val="dk1"/>
                        </a:solidFill>
                        <a:latin typeface="Times New Roman" panose="02020603050405020304" pitchFamily="18" charset="0"/>
                        <a:ea typeface="+mn-ea"/>
                        <a:cs typeface="Times New Roman" panose="02020603050405020304" pitchFamily="18" charset="0"/>
                        <a:sym typeface="Arial"/>
                      </a:endParaRPr>
                    </a:p>
                    <a:p>
                      <a:pPr algn="ctr"/>
                      <a:r>
                        <a:rPr lang="en-US" sz="1900" b="1" i="0" u="none" strike="noStrike" cap="none" dirty="0">
                          <a:solidFill>
                            <a:schemeClr val="dk1"/>
                          </a:solidFill>
                          <a:latin typeface="Times New Roman" panose="02020603050405020304" pitchFamily="18" charset="0"/>
                          <a:ea typeface="+mn-ea"/>
                          <a:cs typeface="Times New Roman" panose="02020603050405020304" pitchFamily="18" charset="0"/>
                          <a:sym typeface="Arial"/>
                        </a:rPr>
                        <a:t>91</a:t>
                      </a:r>
                    </a:p>
                  </a:txBody>
                  <a:tcPr marL="94643" marR="94643" marT="47321" marB="47321">
                    <a:solidFill>
                      <a:schemeClr val="bg1">
                        <a:lumMod val="85000"/>
                      </a:schemeClr>
                    </a:solidFill>
                  </a:tcPr>
                </a:tc>
                <a:tc>
                  <a:txBody>
                    <a:bodyPr/>
                    <a:lstStyle/>
                    <a:p>
                      <a:pPr algn="ctr"/>
                      <a:endParaRPr lang="en-US" sz="1900" b="1" i="0" u="none" strike="noStrike" cap="none" dirty="0">
                        <a:solidFill>
                          <a:schemeClr val="dk1"/>
                        </a:solidFill>
                        <a:latin typeface="Times New Roman" panose="02020603050405020304" pitchFamily="18" charset="0"/>
                        <a:ea typeface="+mn-ea"/>
                        <a:cs typeface="Times New Roman" panose="02020603050405020304" pitchFamily="18" charset="0"/>
                        <a:sym typeface="Arial"/>
                      </a:endParaRPr>
                    </a:p>
                    <a:p>
                      <a:pPr algn="ctr"/>
                      <a:r>
                        <a:rPr lang="en-US" sz="1900" b="1" i="0" u="none" strike="noStrike" cap="none" dirty="0">
                          <a:solidFill>
                            <a:schemeClr val="dk1"/>
                          </a:solidFill>
                          <a:latin typeface="Times New Roman" panose="02020603050405020304" pitchFamily="18" charset="0"/>
                          <a:ea typeface="+mn-ea"/>
                          <a:cs typeface="Times New Roman" panose="02020603050405020304" pitchFamily="18" charset="0"/>
                          <a:sym typeface="Arial"/>
                        </a:rPr>
                        <a:t>93.66</a:t>
                      </a:r>
                    </a:p>
                  </a:txBody>
                  <a:tcPr marL="94643" marR="94643" marT="47321" marB="47321">
                    <a:solidFill>
                      <a:schemeClr val="bg1">
                        <a:lumMod val="85000"/>
                      </a:schemeClr>
                    </a:solidFill>
                  </a:tcPr>
                </a:tc>
                <a:tc>
                  <a:txBody>
                    <a:bodyPr/>
                    <a:lstStyle/>
                    <a:p>
                      <a:pPr algn="ctr"/>
                      <a:endParaRPr lang="en-US" sz="1900" b="1" i="0" u="none" strike="noStrike" cap="none" dirty="0">
                        <a:solidFill>
                          <a:schemeClr val="dk1"/>
                        </a:solidFill>
                        <a:latin typeface="Times New Roman" panose="02020603050405020304" pitchFamily="18" charset="0"/>
                        <a:ea typeface="+mn-ea"/>
                        <a:cs typeface="Times New Roman" panose="02020603050405020304" pitchFamily="18" charset="0"/>
                        <a:sym typeface="Arial"/>
                      </a:endParaRPr>
                    </a:p>
                    <a:p>
                      <a:pPr algn="ctr"/>
                      <a:r>
                        <a:rPr lang="en-US" sz="1900" b="1" i="0" u="none" strike="noStrike" cap="none" dirty="0">
                          <a:solidFill>
                            <a:schemeClr val="dk1"/>
                          </a:solidFill>
                          <a:latin typeface="Times New Roman" panose="02020603050405020304" pitchFamily="18" charset="0"/>
                          <a:ea typeface="+mn-ea"/>
                          <a:cs typeface="Times New Roman" panose="02020603050405020304" pitchFamily="18" charset="0"/>
                          <a:sym typeface="Arial"/>
                        </a:rPr>
                        <a:t>91</a:t>
                      </a:r>
                    </a:p>
                  </a:txBody>
                  <a:tcPr marL="94643" marR="94643" marT="47321" marB="47321">
                    <a:solidFill>
                      <a:schemeClr val="bg1">
                        <a:lumMod val="85000"/>
                      </a:schemeClr>
                    </a:solidFill>
                  </a:tcPr>
                </a:tc>
                <a:tc>
                  <a:txBody>
                    <a:bodyPr/>
                    <a:lstStyle/>
                    <a:p>
                      <a:pPr algn="ctr"/>
                      <a:endParaRPr lang="en-US" sz="2600" b="1" i="0" u="none" strike="noStrike" cap="none" dirty="0">
                        <a:solidFill>
                          <a:srgbClr val="FA6671"/>
                        </a:solidFill>
                        <a:latin typeface="Times New Roman" panose="02020603050405020304" pitchFamily="18" charset="0"/>
                        <a:ea typeface="+mn-ea"/>
                        <a:cs typeface="Times New Roman" panose="02020603050405020304" pitchFamily="18" charset="0"/>
                        <a:sym typeface="Arial"/>
                      </a:endParaRPr>
                    </a:p>
                    <a:p>
                      <a:pPr algn="ctr"/>
                      <a:r>
                        <a:rPr lang="en-US" sz="2600" b="1" i="0" u="none" strike="noStrike" cap="none" dirty="0">
                          <a:solidFill>
                            <a:srgbClr val="FA6671"/>
                          </a:solidFill>
                          <a:latin typeface="Times New Roman" panose="02020603050405020304" pitchFamily="18" charset="0"/>
                          <a:ea typeface="+mn-ea"/>
                          <a:cs typeface="Times New Roman" panose="02020603050405020304" pitchFamily="18" charset="0"/>
                          <a:sym typeface="Arial"/>
                        </a:rPr>
                        <a:t>93.432</a:t>
                      </a:r>
                    </a:p>
                  </a:txBody>
                  <a:tcPr marL="94643" marR="94643" marT="47321" marB="47321">
                    <a:solidFill>
                      <a:schemeClr val="bg1">
                        <a:lumMod val="85000"/>
                      </a:schemeClr>
                    </a:solidFill>
                  </a:tcPr>
                </a:tc>
                <a:extLst>
                  <a:ext uri="{0D108BD9-81ED-4DB2-BD59-A6C34878D82A}">
                    <a16:rowId xmlns:a16="http://schemas.microsoft.com/office/drawing/2014/main" val="1485063463"/>
                  </a:ext>
                </a:extLst>
              </a:tr>
            </a:tbl>
          </a:graphicData>
        </a:graphic>
      </p:graphicFrame>
    </p:spTree>
    <p:extLst>
      <p:ext uri="{BB962C8B-B14F-4D97-AF65-F5344CB8AC3E}">
        <p14:creationId xmlns:p14="http://schemas.microsoft.com/office/powerpoint/2010/main" val="3476417232"/>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96DE0336-FE28-E1E4-E684-8C28A5217D4A}"/>
              </a:ext>
            </a:extLst>
          </p:cNvPr>
          <p:cNvSpPr>
            <a:spLocks noGrp="1"/>
          </p:cNvSpPr>
          <p:nvPr>
            <p:ph type="subTitle" idx="1"/>
          </p:nvPr>
        </p:nvSpPr>
        <p:spPr>
          <a:xfrm>
            <a:off x="179615" y="-120103"/>
            <a:ext cx="7600543" cy="5882412"/>
          </a:xfrm>
        </p:spPr>
        <p:txBody>
          <a:bodyPr/>
          <a:lstStyle/>
          <a:p>
            <a:pPr algn="l"/>
            <a:endParaRPr lang="en-US" sz="2898" b="1" dirty="0">
              <a:solidFill>
                <a:schemeClr val="accent6">
                  <a:lumMod val="50000"/>
                </a:schemeClr>
              </a:solidFill>
              <a:latin typeface="Times New Roman" panose="02020603050405020304" pitchFamily="18" charset="0"/>
              <a:cs typeface="Times New Roman" panose="02020603050405020304" pitchFamily="18" charset="0"/>
            </a:endParaRPr>
          </a:p>
          <a:p>
            <a:pPr marL="0" indent="0" algn="l"/>
            <a:r>
              <a:rPr lang="en-US" sz="3313" b="1" dirty="0">
                <a:solidFill>
                  <a:srgbClr val="FA6671"/>
                </a:solidFill>
                <a:latin typeface="Times New Roman" panose="02020603050405020304" pitchFamily="18" charset="0"/>
                <a:cs typeface="Times New Roman" panose="02020603050405020304" pitchFamily="18" charset="0"/>
              </a:rPr>
              <a:t>Experimental Result </a:t>
            </a:r>
          </a:p>
          <a:p>
            <a:pPr marL="0" indent="0" algn="l"/>
            <a:r>
              <a:rPr lang="en-US" sz="3313" b="1" dirty="0">
                <a:solidFill>
                  <a:schemeClr val="accent6">
                    <a:lumMod val="75000"/>
                  </a:schemeClr>
                </a:solidFill>
                <a:latin typeface="Times New Roman" panose="02020603050405020304" pitchFamily="18" charset="0"/>
                <a:cs typeface="Times New Roman" panose="02020603050405020304" pitchFamily="18" charset="0"/>
              </a:rPr>
              <a:t> </a:t>
            </a:r>
            <a:br>
              <a:rPr lang="en-US" sz="3313" b="1" dirty="0">
                <a:solidFill>
                  <a:schemeClr val="accent6">
                    <a:lumMod val="75000"/>
                  </a:schemeClr>
                </a:solidFill>
                <a:latin typeface="Times New Roman" panose="02020603050405020304" pitchFamily="18" charset="0"/>
                <a:cs typeface="Times New Roman" panose="02020603050405020304" pitchFamily="18" charset="0"/>
              </a:rPr>
            </a:br>
            <a:endParaRPr lang="en-US" sz="2069" dirty="0">
              <a:latin typeface="Times New Roman" panose="02020603050405020304" pitchFamily="18" charset="0"/>
              <a:cs typeface="Times New Roman" panose="02020603050405020304" pitchFamily="18" charset="0"/>
            </a:endParaRPr>
          </a:p>
          <a:p>
            <a:pPr marL="52581" indent="0" algn="l"/>
            <a:endParaRPr lang="en-US" sz="726" dirty="0">
              <a:latin typeface="Times New Roman" panose="02020603050405020304" pitchFamily="18" charset="0"/>
              <a:cs typeface="Times New Roman" panose="02020603050405020304" pitchFamily="18" charset="0"/>
            </a:endParaRPr>
          </a:p>
        </p:txBody>
      </p:sp>
      <p:cxnSp>
        <p:nvCxnSpPr>
          <p:cNvPr id="8" name="Straight Connector 7">
            <a:extLst>
              <a:ext uri="{FF2B5EF4-FFF2-40B4-BE49-F238E27FC236}">
                <a16:creationId xmlns:a16="http://schemas.microsoft.com/office/drawing/2014/main" id="{D590224B-6DB4-4F5F-8050-E465BAABC648}"/>
              </a:ext>
            </a:extLst>
          </p:cNvPr>
          <p:cNvCxnSpPr/>
          <p:nvPr/>
        </p:nvCxnSpPr>
        <p:spPr>
          <a:xfrm>
            <a:off x="179614" y="1161214"/>
            <a:ext cx="3980018" cy="14560"/>
          </a:xfrm>
          <a:prstGeom prst="line">
            <a:avLst/>
          </a:prstGeom>
          <a:ln>
            <a:solidFill>
              <a:srgbClr val="FA6671"/>
            </a:solidFill>
          </a:ln>
        </p:spPr>
        <p:style>
          <a:lnRef idx="3">
            <a:schemeClr val="accent6"/>
          </a:lnRef>
          <a:fillRef idx="0">
            <a:schemeClr val="accent6"/>
          </a:fillRef>
          <a:effectRef idx="2">
            <a:schemeClr val="accent6"/>
          </a:effectRef>
          <a:fontRef idx="minor">
            <a:schemeClr val="tx1"/>
          </a:fontRef>
        </p:style>
      </p:cxnSp>
      <p:sp>
        <p:nvSpPr>
          <p:cNvPr id="9" name="Slide Number Placeholder 8">
            <a:extLst>
              <a:ext uri="{FF2B5EF4-FFF2-40B4-BE49-F238E27FC236}">
                <a16:creationId xmlns:a16="http://schemas.microsoft.com/office/drawing/2014/main" id="{A0F31BAE-AC97-6217-1E8D-8B0B0B7921E0}"/>
              </a:ext>
            </a:extLst>
          </p:cNvPr>
          <p:cNvSpPr>
            <a:spLocks noGrp="1"/>
          </p:cNvSpPr>
          <p:nvPr>
            <p:ph type="sldNum" idx="12"/>
          </p:nvPr>
        </p:nvSpPr>
        <p:spPr/>
        <p:txBody>
          <a:bodyPr/>
          <a:lstStyle/>
          <a:p>
            <a:fld id="{00000000-1234-1234-1234-123412341234}" type="slidenum">
              <a:rPr lang="en-US" smtClean="0"/>
              <a:pPr/>
              <a:t>22</a:t>
            </a:fld>
            <a:endParaRPr lang="en-US"/>
          </a:p>
        </p:txBody>
      </p:sp>
      <p:sp>
        <p:nvSpPr>
          <p:cNvPr id="32" name="Title 1">
            <a:extLst>
              <a:ext uri="{FF2B5EF4-FFF2-40B4-BE49-F238E27FC236}">
                <a16:creationId xmlns:a16="http://schemas.microsoft.com/office/drawing/2014/main" id="{300142E8-538C-AE92-2A73-841716833054}"/>
              </a:ext>
            </a:extLst>
          </p:cNvPr>
          <p:cNvSpPr>
            <a:spLocks noGrp="1"/>
          </p:cNvSpPr>
          <p:nvPr>
            <p:ph type="ctrTitle"/>
          </p:nvPr>
        </p:nvSpPr>
        <p:spPr>
          <a:xfrm>
            <a:off x="179612" y="1283221"/>
            <a:ext cx="6133958" cy="554802"/>
          </a:xfrm>
        </p:spPr>
        <p:txBody>
          <a:bodyPr/>
          <a:lstStyle/>
          <a:p>
            <a:pPr algn="l"/>
            <a:r>
              <a:rPr lang="en-US" sz="3313" b="1" u="sng" dirty="0">
                <a:solidFill>
                  <a:schemeClr val="tx1"/>
                </a:solidFill>
              </a:rPr>
              <a:t>Inception Results </a:t>
            </a:r>
          </a:p>
        </p:txBody>
      </p:sp>
      <p:sp>
        <p:nvSpPr>
          <p:cNvPr id="33" name="Subtitle 2">
            <a:extLst>
              <a:ext uri="{FF2B5EF4-FFF2-40B4-BE49-F238E27FC236}">
                <a16:creationId xmlns:a16="http://schemas.microsoft.com/office/drawing/2014/main" id="{2A642F1B-9316-47E7-0741-BDE01DA4DF73}"/>
              </a:ext>
            </a:extLst>
          </p:cNvPr>
          <p:cNvSpPr txBox="1">
            <a:spLocks/>
          </p:cNvSpPr>
          <p:nvPr/>
        </p:nvSpPr>
        <p:spPr>
          <a:xfrm>
            <a:off x="92036" y="1793467"/>
            <a:ext cx="11717452" cy="4739661"/>
          </a:xfrm>
          <a:prstGeom prst="rect">
            <a:avLst/>
          </a:prstGeom>
          <a:noFill/>
          <a:ln>
            <a:noFill/>
          </a:ln>
        </p:spPr>
        <p:txBody>
          <a:bodyPr spcFirstLastPara="1" wrap="square" lIns="94627" tIns="47301" rIns="94627" bIns="47301" anchor="t" anchorCtr="0">
            <a:noAutofit/>
          </a:bodyPr>
          <a:lstStyle>
            <a:defPPr marR="0" lvl="0" algn="l" rtl="0">
              <a:lnSpc>
                <a:spcPct val="100000"/>
              </a:lnSpc>
              <a:spcBef>
                <a:spcPts val="0"/>
              </a:spcBef>
              <a:spcAft>
                <a:spcPts val="0"/>
              </a:spcAft>
            </a:defPPr>
            <a:lvl1pPr marL="457200" marR="0" lvl="0" indent="-406400" algn="ctr" rtl="0">
              <a:lnSpc>
                <a:spcPct val="90000"/>
              </a:lnSpc>
              <a:spcBef>
                <a:spcPts val="10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L="914400" marR="0" lvl="1" indent="-381000"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L="1371600" marR="0" lvl="2" indent="-355600"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L="1828800" marR="0" lvl="3"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L="2286000" marR="0" lvl="4"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L="2743200" marR="0" lvl="5"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L="3200400" marR="0" lvl="6"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L="3657600" marR="0" lvl="7"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L="4114800" marR="0" lvl="8"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pPr marL="0" indent="0" algn="just">
              <a:lnSpc>
                <a:spcPct val="100000"/>
              </a:lnSpc>
              <a:spcAft>
                <a:spcPts val="621"/>
              </a:spcAft>
            </a:pPr>
            <a:endParaRPr lang="en-US" sz="1863" dirty="0">
              <a:latin typeface="Times New Roman" panose="02020603050405020304" pitchFamily="18" charset="0"/>
              <a:cs typeface="Times New Roman" panose="02020603050405020304" pitchFamily="18" charset="0"/>
            </a:endParaRPr>
          </a:p>
          <a:p>
            <a:pPr marL="0" indent="0" algn="just">
              <a:lnSpc>
                <a:spcPct val="100000"/>
              </a:lnSpc>
              <a:spcAft>
                <a:spcPts val="621"/>
              </a:spcAft>
            </a:pPr>
            <a:endParaRPr lang="en-US" sz="1863" dirty="0">
              <a:latin typeface="Times New Roman" panose="02020603050405020304" pitchFamily="18" charset="0"/>
              <a:cs typeface="Times New Roman" panose="02020603050405020304" pitchFamily="18" charset="0"/>
            </a:endParaRPr>
          </a:p>
          <a:p>
            <a:pPr marL="0" indent="0" algn="just">
              <a:lnSpc>
                <a:spcPct val="100000"/>
              </a:lnSpc>
              <a:spcAft>
                <a:spcPts val="621"/>
              </a:spcAft>
            </a:pPr>
            <a:r>
              <a:rPr lang="en-US" sz="1863" dirty="0">
                <a:latin typeface="Times New Roman" panose="02020603050405020304" pitchFamily="18" charset="0"/>
                <a:cs typeface="Times New Roman" panose="02020603050405020304" pitchFamily="18" charset="0"/>
              </a:rPr>
              <a:t>. </a:t>
            </a:r>
            <a:endParaRPr lang="en-US" sz="2069" dirty="0"/>
          </a:p>
        </p:txBody>
      </p:sp>
      <p:sp>
        <p:nvSpPr>
          <p:cNvPr id="11" name="Google Shape;211;p19">
            <a:extLst>
              <a:ext uri="{FF2B5EF4-FFF2-40B4-BE49-F238E27FC236}">
                <a16:creationId xmlns:a16="http://schemas.microsoft.com/office/drawing/2014/main" id="{34422662-040E-FDBE-007D-42AAA975596C}"/>
              </a:ext>
            </a:extLst>
          </p:cNvPr>
          <p:cNvSpPr/>
          <p:nvPr/>
        </p:nvSpPr>
        <p:spPr>
          <a:xfrm rot="18279675" flipH="1">
            <a:off x="10230140" y="353388"/>
            <a:ext cx="1183702" cy="1188369"/>
          </a:xfrm>
          <a:prstGeom prst="triangle">
            <a:avLst>
              <a:gd name="adj" fmla="val 50000"/>
            </a:avLst>
          </a:prstGeom>
          <a:solidFill>
            <a:schemeClr val="bg1">
              <a:lumMod val="85000"/>
            </a:schemeClr>
          </a:solidFill>
          <a:ln>
            <a:noFill/>
          </a:ln>
        </p:spPr>
        <p:txBody>
          <a:bodyPr spcFirstLastPara="1" wrap="square" lIns="94627" tIns="47301" rIns="94627" bIns="47301" anchor="ctr" anchorCtr="0">
            <a:noAutofit/>
          </a:bodyPr>
          <a:lstStyle/>
          <a:p>
            <a:pPr algn="ctr"/>
            <a:endParaRPr sz="1863">
              <a:solidFill>
                <a:schemeClr val="lt1"/>
              </a:solidFill>
              <a:latin typeface="Calibri"/>
              <a:ea typeface="Calibri"/>
              <a:cs typeface="Calibri"/>
              <a:sym typeface="Calibri"/>
            </a:endParaRPr>
          </a:p>
        </p:txBody>
      </p:sp>
      <p:sp>
        <p:nvSpPr>
          <p:cNvPr id="12" name="Google Shape;212;p19">
            <a:extLst>
              <a:ext uri="{FF2B5EF4-FFF2-40B4-BE49-F238E27FC236}">
                <a16:creationId xmlns:a16="http://schemas.microsoft.com/office/drawing/2014/main" id="{009592B4-7256-9624-5611-87DFC378F044}"/>
              </a:ext>
            </a:extLst>
          </p:cNvPr>
          <p:cNvSpPr/>
          <p:nvPr/>
        </p:nvSpPr>
        <p:spPr>
          <a:xfrm rot="13887929" flipH="1">
            <a:off x="10794650" y="227676"/>
            <a:ext cx="1095806" cy="909346"/>
          </a:xfrm>
          <a:prstGeom prst="triangle">
            <a:avLst>
              <a:gd name="adj" fmla="val 50000"/>
            </a:avLst>
          </a:prstGeom>
          <a:solidFill>
            <a:srgbClr val="FA6671"/>
          </a:solidFill>
          <a:ln>
            <a:noFill/>
          </a:ln>
        </p:spPr>
        <p:txBody>
          <a:bodyPr spcFirstLastPara="1" wrap="square" lIns="94627" tIns="47301" rIns="94627" bIns="47301" anchor="ctr" anchorCtr="0">
            <a:noAutofit/>
          </a:bodyPr>
          <a:lstStyle/>
          <a:p>
            <a:pPr algn="ctr"/>
            <a:endParaRPr sz="1863" dirty="0">
              <a:solidFill>
                <a:schemeClr val="lt1"/>
              </a:solidFill>
              <a:latin typeface="Calibri"/>
              <a:ea typeface="Calibri"/>
              <a:cs typeface="Calibri"/>
              <a:sym typeface="Calibri"/>
            </a:endParaRPr>
          </a:p>
        </p:txBody>
      </p:sp>
      <p:graphicFrame>
        <p:nvGraphicFramePr>
          <p:cNvPr id="13" name="Table 6">
            <a:extLst>
              <a:ext uri="{FF2B5EF4-FFF2-40B4-BE49-F238E27FC236}">
                <a16:creationId xmlns:a16="http://schemas.microsoft.com/office/drawing/2014/main" id="{89582452-3037-F5D6-E6B2-4BC64F1B6F32}"/>
              </a:ext>
            </a:extLst>
          </p:cNvPr>
          <p:cNvGraphicFramePr>
            <a:graphicFrameLocks noGrp="1"/>
          </p:cNvGraphicFramePr>
          <p:nvPr/>
        </p:nvGraphicFramePr>
        <p:xfrm>
          <a:off x="179615" y="2268677"/>
          <a:ext cx="11859937" cy="1685597"/>
        </p:xfrm>
        <a:graphic>
          <a:graphicData uri="http://schemas.openxmlformats.org/drawingml/2006/table">
            <a:tbl>
              <a:tblPr firstRow="1" bandRow="1">
                <a:tableStyleId>{5C22544A-7EE6-4342-B048-85BDC9FD1C3A}</a:tableStyleId>
              </a:tblPr>
              <a:tblGrid>
                <a:gridCol w="3294674">
                  <a:extLst>
                    <a:ext uri="{9D8B030D-6E8A-4147-A177-3AD203B41FA5}">
                      <a16:colId xmlns:a16="http://schemas.microsoft.com/office/drawing/2014/main" val="20000"/>
                    </a:ext>
                  </a:extLst>
                </a:gridCol>
                <a:gridCol w="1354371">
                  <a:extLst>
                    <a:ext uri="{9D8B030D-6E8A-4147-A177-3AD203B41FA5}">
                      <a16:colId xmlns:a16="http://schemas.microsoft.com/office/drawing/2014/main" val="3674087195"/>
                    </a:ext>
                  </a:extLst>
                </a:gridCol>
                <a:gridCol w="1664409">
                  <a:extLst>
                    <a:ext uri="{9D8B030D-6E8A-4147-A177-3AD203B41FA5}">
                      <a16:colId xmlns:a16="http://schemas.microsoft.com/office/drawing/2014/main" val="3586536515"/>
                    </a:ext>
                  </a:extLst>
                </a:gridCol>
                <a:gridCol w="1403323">
                  <a:extLst>
                    <a:ext uri="{9D8B030D-6E8A-4147-A177-3AD203B41FA5}">
                      <a16:colId xmlns:a16="http://schemas.microsoft.com/office/drawing/2014/main" val="806167050"/>
                    </a:ext>
                  </a:extLst>
                </a:gridCol>
                <a:gridCol w="1501231">
                  <a:extLst>
                    <a:ext uri="{9D8B030D-6E8A-4147-A177-3AD203B41FA5}">
                      <a16:colId xmlns:a16="http://schemas.microsoft.com/office/drawing/2014/main" val="612276904"/>
                    </a:ext>
                  </a:extLst>
                </a:gridCol>
                <a:gridCol w="1321736">
                  <a:extLst>
                    <a:ext uri="{9D8B030D-6E8A-4147-A177-3AD203B41FA5}">
                      <a16:colId xmlns:a16="http://schemas.microsoft.com/office/drawing/2014/main" val="3061572918"/>
                    </a:ext>
                  </a:extLst>
                </a:gridCol>
                <a:gridCol w="1320193">
                  <a:extLst>
                    <a:ext uri="{9D8B030D-6E8A-4147-A177-3AD203B41FA5}">
                      <a16:colId xmlns:a16="http://schemas.microsoft.com/office/drawing/2014/main" val="3489556616"/>
                    </a:ext>
                  </a:extLst>
                </a:gridCol>
              </a:tblGrid>
              <a:tr h="691179">
                <a:tc>
                  <a:txBody>
                    <a:bodyPr/>
                    <a:lstStyle/>
                    <a:p>
                      <a:pPr algn="ctr"/>
                      <a:r>
                        <a:rPr lang="en-US" sz="1900" b="1" dirty="0">
                          <a:latin typeface="Times New Roman" panose="02020603050405020304" pitchFamily="18" charset="0"/>
                          <a:cs typeface="Times New Roman" panose="02020603050405020304" pitchFamily="18" charset="0"/>
                        </a:rPr>
                        <a:t>Influencing Factors</a:t>
                      </a:r>
                    </a:p>
                  </a:txBody>
                  <a:tcPr marL="94643" marR="94643" marT="47321" marB="47321">
                    <a:solidFill>
                      <a:srgbClr val="FA6671"/>
                    </a:solidFill>
                  </a:tcPr>
                </a:tc>
                <a:tc>
                  <a:txBody>
                    <a:bodyPr/>
                    <a:lstStyle/>
                    <a:p>
                      <a:pPr algn="ctr"/>
                      <a:r>
                        <a:rPr lang="en-US" sz="1900" b="1" dirty="0">
                          <a:latin typeface="Times New Roman" panose="02020603050405020304" pitchFamily="18" charset="0"/>
                          <a:cs typeface="Times New Roman" panose="02020603050405020304" pitchFamily="18" charset="0"/>
                        </a:rPr>
                        <a:t>Trial 1</a:t>
                      </a:r>
                    </a:p>
                  </a:txBody>
                  <a:tcPr marL="94643" marR="94643" marT="47321" marB="47321">
                    <a:solidFill>
                      <a:srgbClr val="FA667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900" b="1" dirty="0">
                          <a:latin typeface="Times New Roman" panose="02020603050405020304" pitchFamily="18" charset="0"/>
                          <a:cs typeface="Times New Roman" panose="02020603050405020304" pitchFamily="18" charset="0"/>
                        </a:rPr>
                        <a:t>Trial 2</a:t>
                      </a:r>
                    </a:p>
                    <a:p>
                      <a:pPr algn="ctr"/>
                      <a:endParaRPr lang="en-US" sz="1900" b="1" dirty="0">
                        <a:latin typeface="Times New Roman" panose="02020603050405020304" pitchFamily="18" charset="0"/>
                        <a:cs typeface="Times New Roman" panose="02020603050405020304" pitchFamily="18" charset="0"/>
                      </a:endParaRPr>
                    </a:p>
                  </a:txBody>
                  <a:tcPr marL="94643" marR="94643" marT="47321" marB="47321">
                    <a:solidFill>
                      <a:srgbClr val="FA667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900" b="1" dirty="0">
                          <a:latin typeface="Times New Roman" panose="02020603050405020304" pitchFamily="18" charset="0"/>
                          <a:cs typeface="Times New Roman" panose="02020603050405020304" pitchFamily="18" charset="0"/>
                        </a:rPr>
                        <a:t>Trial 3</a:t>
                      </a:r>
                    </a:p>
                    <a:p>
                      <a:pPr algn="ctr"/>
                      <a:endParaRPr lang="en-US" sz="1900" b="1" dirty="0">
                        <a:latin typeface="Times New Roman" panose="02020603050405020304" pitchFamily="18" charset="0"/>
                        <a:cs typeface="Times New Roman" panose="02020603050405020304" pitchFamily="18" charset="0"/>
                      </a:endParaRPr>
                    </a:p>
                  </a:txBody>
                  <a:tcPr marL="94643" marR="94643" marT="47321" marB="47321">
                    <a:solidFill>
                      <a:srgbClr val="FA667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900" b="1" dirty="0">
                          <a:latin typeface="Times New Roman" panose="02020603050405020304" pitchFamily="18" charset="0"/>
                          <a:cs typeface="Times New Roman" panose="02020603050405020304" pitchFamily="18" charset="0"/>
                        </a:rPr>
                        <a:t>Trial 4</a:t>
                      </a:r>
                    </a:p>
                    <a:p>
                      <a:pPr algn="ctr"/>
                      <a:endParaRPr lang="en-US" sz="1900" b="1" dirty="0">
                        <a:latin typeface="Times New Roman" panose="02020603050405020304" pitchFamily="18" charset="0"/>
                        <a:cs typeface="Times New Roman" panose="02020603050405020304" pitchFamily="18" charset="0"/>
                      </a:endParaRPr>
                    </a:p>
                  </a:txBody>
                  <a:tcPr marL="94643" marR="94643" marT="47321" marB="47321">
                    <a:solidFill>
                      <a:srgbClr val="FA667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900" b="1" dirty="0">
                          <a:latin typeface="Times New Roman" panose="02020603050405020304" pitchFamily="18" charset="0"/>
                          <a:cs typeface="Times New Roman" panose="02020603050405020304" pitchFamily="18" charset="0"/>
                        </a:rPr>
                        <a:t>Trial 5</a:t>
                      </a:r>
                    </a:p>
                    <a:p>
                      <a:pPr algn="ctr"/>
                      <a:endParaRPr lang="en-US" sz="1900" b="1" dirty="0">
                        <a:latin typeface="Times New Roman" panose="02020603050405020304" pitchFamily="18" charset="0"/>
                        <a:cs typeface="Times New Roman" panose="02020603050405020304" pitchFamily="18" charset="0"/>
                      </a:endParaRPr>
                    </a:p>
                  </a:txBody>
                  <a:tcPr marL="94643" marR="94643" marT="47321" marB="47321">
                    <a:solidFill>
                      <a:srgbClr val="FA6671"/>
                    </a:solidFill>
                  </a:tcPr>
                </a:tc>
                <a:tc>
                  <a:txBody>
                    <a:bodyPr/>
                    <a:lstStyle/>
                    <a:p>
                      <a:pPr algn="ctr"/>
                      <a:r>
                        <a:rPr lang="en-US" sz="1900" b="1" dirty="0">
                          <a:latin typeface="Times New Roman" panose="02020603050405020304" pitchFamily="18" charset="0"/>
                          <a:cs typeface="Times New Roman" panose="02020603050405020304" pitchFamily="18" charset="0"/>
                        </a:rPr>
                        <a:t>Average </a:t>
                      </a:r>
                    </a:p>
                    <a:p>
                      <a:pPr algn="ctr"/>
                      <a:r>
                        <a:rPr lang="en-US" sz="1900" b="1" dirty="0">
                          <a:latin typeface="Times New Roman" panose="02020603050405020304" pitchFamily="18" charset="0"/>
                          <a:cs typeface="Times New Roman" panose="02020603050405020304" pitchFamily="18" charset="0"/>
                        </a:rPr>
                        <a:t>Accuracy</a:t>
                      </a:r>
                    </a:p>
                  </a:txBody>
                  <a:tcPr marL="94643" marR="94643" marT="47321" marB="47321">
                    <a:solidFill>
                      <a:srgbClr val="FA6671"/>
                    </a:solidFill>
                  </a:tcPr>
                </a:tc>
                <a:extLst>
                  <a:ext uri="{0D108BD9-81ED-4DB2-BD59-A6C34878D82A}">
                    <a16:rowId xmlns:a16="http://schemas.microsoft.com/office/drawing/2014/main" val="967428072"/>
                  </a:ext>
                </a:extLst>
              </a:tr>
              <a:tr h="994418">
                <a:tc>
                  <a:txBody>
                    <a:bodyPr/>
                    <a:lstStyle/>
                    <a:p>
                      <a:pPr marL="285750" indent="-285750" algn="l">
                        <a:buFont typeface="Arial" panose="020B0604020202020204" pitchFamily="34" charset="0"/>
                        <a:buChar char="•"/>
                      </a:pPr>
                      <a:r>
                        <a:rPr lang="en-US" sz="1400" b="1" i="0" u="none" strike="noStrike" cap="none" dirty="0">
                          <a:solidFill>
                            <a:schemeClr val="dk1"/>
                          </a:solidFill>
                          <a:effectLst/>
                          <a:latin typeface="+mn-lt"/>
                          <a:ea typeface="+mn-ea"/>
                          <a:cs typeface="+mn-cs"/>
                          <a:sym typeface="Arial"/>
                        </a:rPr>
                        <a:t>Change batch size to 384 </a:t>
                      </a:r>
                    </a:p>
                    <a:p>
                      <a:pPr marL="285750" indent="-285750" algn="l">
                        <a:buFont typeface="Arial" panose="020B0604020202020204" pitchFamily="34" charset="0"/>
                        <a:buChar char="•"/>
                      </a:pPr>
                      <a:r>
                        <a:rPr lang="en-US" sz="1400" b="1" i="0" u="none" strike="noStrike" cap="none" dirty="0">
                          <a:solidFill>
                            <a:schemeClr val="dk1"/>
                          </a:solidFill>
                          <a:effectLst/>
                          <a:latin typeface="+mn-lt"/>
                          <a:ea typeface="+mn-ea"/>
                          <a:cs typeface="+mn-cs"/>
                          <a:sym typeface="Arial"/>
                        </a:rPr>
                        <a:t>Use Dropout Technique.</a:t>
                      </a:r>
                      <a:endParaRPr lang="en-US" sz="1400" b="1" dirty="0">
                        <a:latin typeface="Times New Roman" panose="02020603050405020304" pitchFamily="18" charset="0"/>
                        <a:cs typeface="Times New Roman" panose="02020603050405020304" pitchFamily="18" charset="0"/>
                      </a:endParaRPr>
                    </a:p>
                  </a:txBody>
                  <a:tcPr marL="94643" marR="94643" marT="47321" marB="47321">
                    <a:solidFill>
                      <a:schemeClr val="bg1">
                        <a:lumMod val="85000"/>
                      </a:schemeClr>
                    </a:solidFill>
                  </a:tcPr>
                </a:tc>
                <a:tc>
                  <a:txBody>
                    <a:bodyPr/>
                    <a:lstStyle/>
                    <a:p>
                      <a:pPr algn="ctr"/>
                      <a:endParaRPr lang="en-US" sz="2100" b="1" dirty="0">
                        <a:latin typeface="Times New Roman" panose="02020603050405020304" pitchFamily="18" charset="0"/>
                        <a:cs typeface="Times New Roman" panose="02020603050405020304" pitchFamily="18" charset="0"/>
                      </a:endParaRPr>
                    </a:p>
                    <a:p>
                      <a:pPr algn="ctr"/>
                      <a:r>
                        <a:rPr lang="en-US" sz="2100" b="1" dirty="0">
                          <a:latin typeface="Times New Roman" panose="02020603050405020304" pitchFamily="18" charset="0"/>
                          <a:cs typeface="Times New Roman" panose="02020603050405020304" pitchFamily="18" charset="0"/>
                        </a:rPr>
                        <a:t>95.33</a:t>
                      </a:r>
                    </a:p>
                  </a:txBody>
                  <a:tcPr marL="94643" marR="94643" marT="47321" marB="47321">
                    <a:solidFill>
                      <a:schemeClr val="bg1">
                        <a:lumMod val="85000"/>
                      </a:schemeClr>
                    </a:solidFill>
                  </a:tcPr>
                </a:tc>
                <a:tc>
                  <a:txBody>
                    <a:bodyPr/>
                    <a:lstStyle/>
                    <a:p>
                      <a:pPr algn="ctr"/>
                      <a:endParaRPr lang="en-US" sz="2100" b="1" dirty="0">
                        <a:latin typeface="Times New Roman" panose="02020603050405020304" pitchFamily="18" charset="0"/>
                        <a:cs typeface="Times New Roman" panose="02020603050405020304" pitchFamily="18" charset="0"/>
                      </a:endParaRPr>
                    </a:p>
                    <a:p>
                      <a:pPr algn="ctr"/>
                      <a:r>
                        <a:rPr lang="en-US" sz="2100" b="1" dirty="0">
                          <a:latin typeface="Times New Roman" panose="02020603050405020304" pitchFamily="18" charset="0"/>
                          <a:cs typeface="Times New Roman" panose="02020603050405020304" pitchFamily="18" charset="0"/>
                        </a:rPr>
                        <a:t>96.5</a:t>
                      </a:r>
                    </a:p>
                  </a:txBody>
                  <a:tcPr marL="94643" marR="94643" marT="47321" marB="47321">
                    <a:solidFill>
                      <a:schemeClr val="bg1">
                        <a:lumMod val="85000"/>
                      </a:schemeClr>
                    </a:solidFill>
                  </a:tcPr>
                </a:tc>
                <a:tc>
                  <a:txBody>
                    <a:bodyPr/>
                    <a:lstStyle/>
                    <a:p>
                      <a:pPr algn="ctr"/>
                      <a:endParaRPr lang="en-US" sz="2100" b="1" dirty="0">
                        <a:latin typeface="Times New Roman" panose="02020603050405020304" pitchFamily="18" charset="0"/>
                        <a:cs typeface="Times New Roman" panose="02020603050405020304" pitchFamily="18" charset="0"/>
                      </a:endParaRPr>
                    </a:p>
                    <a:p>
                      <a:pPr algn="ctr"/>
                      <a:r>
                        <a:rPr lang="en-US" sz="2100" b="1" dirty="0">
                          <a:latin typeface="Times New Roman" panose="02020603050405020304" pitchFamily="18" charset="0"/>
                          <a:cs typeface="Times New Roman" panose="02020603050405020304" pitchFamily="18" charset="0"/>
                        </a:rPr>
                        <a:t>92.16</a:t>
                      </a:r>
                    </a:p>
                  </a:txBody>
                  <a:tcPr marL="94643" marR="94643" marT="47321" marB="47321">
                    <a:solidFill>
                      <a:schemeClr val="bg1">
                        <a:lumMod val="85000"/>
                      </a:schemeClr>
                    </a:solidFill>
                  </a:tcPr>
                </a:tc>
                <a:tc>
                  <a:txBody>
                    <a:bodyPr/>
                    <a:lstStyle/>
                    <a:p>
                      <a:pPr algn="ctr"/>
                      <a:endParaRPr lang="en-US" sz="2100" b="1" dirty="0">
                        <a:latin typeface="Times New Roman" panose="02020603050405020304" pitchFamily="18" charset="0"/>
                        <a:cs typeface="Times New Roman" panose="02020603050405020304" pitchFamily="18" charset="0"/>
                      </a:endParaRPr>
                    </a:p>
                    <a:p>
                      <a:pPr algn="ctr"/>
                      <a:r>
                        <a:rPr lang="en-US" sz="2100" b="1" dirty="0">
                          <a:latin typeface="Times New Roman" panose="02020603050405020304" pitchFamily="18" charset="0"/>
                          <a:cs typeface="Times New Roman" panose="02020603050405020304" pitchFamily="18" charset="0"/>
                        </a:rPr>
                        <a:t>95.3</a:t>
                      </a:r>
                    </a:p>
                  </a:txBody>
                  <a:tcPr marL="94643" marR="94643" marT="47321" marB="47321">
                    <a:solidFill>
                      <a:schemeClr val="bg1">
                        <a:lumMod val="85000"/>
                      </a:schemeClr>
                    </a:solidFill>
                  </a:tcPr>
                </a:tc>
                <a:tc>
                  <a:txBody>
                    <a:bodyPr/>
                    <a:lstStyle/>
                    <a:p>
                      <a:pPr algn="ctr"/>
                      <a:endParaRPr lang="en-US" sz="2100" b="1" dirty="0">
                        <a:latin typeface="Times New Roman" panose="02020603050405020304" pitchFamily="18" charset="0"/>
                        <a:cs typeface="Times New Roman" panose="02020603050405020304" pitchFamily="18" charset="0"/>
                      </a:endParaRPr>
                    </a:p>
                    <a:p>
                      <a:pPr algn="ctr"/>
                      <a:r>
                        <a:rPr lang="en-US" sz="2100" b="1" dirty="0">
                          <a:latin typeface="Times New Roman" panose="02020603050405020304" pitchFamily="18" charset="0"/>
                          <a:cs typeface="Times New Roman" panose="02020603050405020304" pitchFamily="18" charset="0"/>
                        </a:rPr>
                        <a:t>88.33</a:t>
                      </a:r>
                    </a:p>
                  </a:txBody>
                  <a:tcPr marL="94643" marR="94643" marT="47321" marB="47321">
                    <a:solidFill>
                      <a:schemeClr val="bg1">
                        <a:lumMod val="85000"/>
                      </a:schemeClr>
                    </a:solidFill>
                  </a:tcPr>
                </a:tc>
                <a:tc>
                  <a:txBody>
                    <a:bodyPr/>
                    <a:lstStyle/>
                    <a:p>
                      <a:pPr algn="ctr"/>
                      <a:endParaRPr lang="en-US" sz="2400" b="1" dirty="0">
                        <a:solidFill>
                          <a:srgbClr val="FA6671"/>
                        </a:solidFill>
                        <a:latin typeface="Times New Roman" panose="02020603050405020304" pitchFamily="18" charset="0"/>
                        <a:cs typeface="Times New Roman" panose="02020603050405020304" pitchFamily="18" charset="0"/>
                      </a:endParaRPr>
                    </a:p>
                    <a:p>
                      <a:pPr algn="ctr"/>
                      <a:r>
                        <a:rPr lang="en-US" sz="2400" b="1" dirty="0">
                          <a:solidFill>
                            <a:srgbClr val="FA6671"/>
                          </a:solidFill>
                          <a:latin typeface="Times New Roman" panose="02020603050405020304" pitchFamily="18" charset="0"/>
                          <a:cs typeface="Times New Roman" panose="02020603050405020304" pitchFamily="18" charset="0"/>
                        </a:rPr>
                        <a:t>93.53%</a:t>
                      </a:r>
                    </a:p>
                  </a:txBody>
                  <a:tcPr marL="94643" marR="94643" marT="47321" marB="47321">
                    <a:solidFill>
                      <a:schemeClr val="bg1">
                        <a:lumMod val="85000"/>
                      </a:schemeClr>
                    </a:solidFill>
                  </a:tcPr>
                </a:tc>
                <a:extLst>
                  <a:ext uri="{0D108BD9-81ED-4DB2-BD59-A6C34878D82A}">
                    <a16:rowId xmlns:a16="http://schemas.microsoft.com/office/drawing/2014/main" val="1485063463"/>
                  </a:ext>
                </a:extLst>
              </a:tr>
            </a:tbl>
          </a:graphicData>
        </a:graphic>
      </p:graphicFrame>
    </p:spTree>
    <p:extLst>
      <p:ext uri="{BB962C8B-B14F-4D97-AF65-F5344CB8AC3E}">
        <p14:creationId xmlns:p14="http://schemas.microsoft.com/office/powerpoint/2010/main" val="1298841888"/>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CD32F207-3BB2-5153-4D44-F70CCE4A416C}"/>
              </a:ext>
            </a:extLst>
          </p:cNvPr>
          <p:cNvSpPr txBox="1"/>
          <p:nvPr/>
        </p:nvSpPr>
        <p:spPr>
          <a:xfrm>
            <a:off x="-213519" y="-120104"/>
            <a:ext cx="4130309" cy="7222811"/>
          </a:xfrm>
          <a:prstGeom prst="rect">
            <a:avLst/>
          </a:prstGeom>
          <a:solidFill>
            <a:srgbClr val="FA6671"/>
          </a:solidFill>
        </p:spPr>
        <p:txBody>
          <a:bodyPr wrap="square" rtlCol="0">
            <a:spAutoFit/>
          </a:bodyPr>
          <a:lstStyle/>
          <a:p>
            <a:pPr algn="ctr"/>
            <a:endParaRPr lang="en-US" sz="1448" dirty="0">
              <a:solidFill>
                <a:schemeClr val="accent6">
                  <a:lumMod val="50000"/>
                </a:schemeClr>
              </a:solidFill>
            </a:endParaRPr>
          </a:p>
          <a:p>
            <a:endParaRPr lang="en-US" sz="1448" dirty="0">
              <a:solidFill>
                <a:schemeClr val="accent6">
                  <a:lumMod val="50000"/>
                </a:schemeClr>
              </a:solidFill>
            </a:endParaRPr>
          </a:p>
          <a:p>
            <a:endParaRPr lang="en-US" sz="1448" dirty="0">
              <a:solidFill>
                <a:schemeClr val="accent6">
                  <a:lumMod val="50000"/>
                </a:schemeClr>
              </a:solidFill>
            </a:endParaRPr>
          </a:p>
          <a:p>
            <a:pPr algn="ctr"/>
            <a:r>
              <a:rPr lang="en-US" sz="2898" b="1" u="sng" dirty="0">
                <a:solidFill>
                  <a:schemeClr val="bg1"/>
                </a:solidFill>
                <a:latin typeface="Times New Roman" panose="02020603050405020304" pitchFamily="18" charset="0"/>
                <a:cs typeface="Times New Roman" panose="02020603050405020304" pitchFamily="18" charset="0"/>
              </a:rPr>
              <a:t>Results Summary</a:t>
            </a:r>
          </a:p>
          <a:p>
            <a:endParaRPr lang="en-US" sz="1448" dirty="0">
              <a:solidFill>
                <a:schemeClr val="accent6">
                  <a:lumMod val="50000"/>
                </a:schemeClr>
              </a:solidFill>
            </a:endParaRPr>
          </a:p>
          <a:p>
            <a:endParaRPr lang="en-US" sz="1448" dirty="0">
              <a:solidFill>
                <a:schemeClr val="accent6">
                  <a:lumMod val="50000"/>
                </a:schemeClr>
              </a:solidFill>
            </a:endParaRPr>
          </a:p>
          <a:p>
            <a:endParaRPr lang="en-US" sz="1448" dirty="0">
              <a:solidFill>
                <a:schemeClr val="accent6">
                  <a:lumMod val="50000"/>
                </a:schemeClr>
              </a:solidFill>
            </a:endParaRPr>
          </a:p>
          <a:p>
            <a:endParaRPr lang="en-US" sz="1448" dirty="0">
              <a:solidFill>
                <a:schemeClr val="accent6">
                  <a:lumMod val="50000"/>
                </a:schemeClr>
              </a:solidFill>
            </a:endParaRPr>
          </a:p>
          <a:p>
            <a:endParaRPr lang="en-US" sz="1448" dirty="0">
              <a:solidFill>
                <a:schemeClr val="accent6">
                  <a:lumMod val="50000"/>
                </a:schemeClr>
              </a:solidFill>
            </a:endParaRPr>
          </a:p>
          <a:p>
            <a:endParaRPr lang="en-US" sz="1448" dirty="0">
              <a:solidFill>
                <a:schemeClr val="accent6">
                  <a:lumMod val="50000"/>
                </a:schemeClr>
              </a:solidFill>
            </a:endParaRPr>
          </a:p>
          <a:p>
            <a:endParaRPr lang="en-US" sz="1448" dirty="0">
              <a:solidFill>
                <a:schemeClr val="accent6">
                  <a:lumMod val="50000"/>
                </a:schemeClr>
              </a:solidFill>
            </a:endParaRPr>
          </a:p>
          <a:p>
            <a:endParaRPr lang="en-US" sz="1448" dirty="0">
              <a:solidFill>
                <a:schemeClr val="accent6">
                  <a:lumMod val="50000"/>
                </a:schemeClr>
              </a:solidFill>
            </a:endParaRPr>
          </a:p>
          <a:p>
            <a:endParaRPr lang="en-US" sz="1448" dirty="0">
              <a:solidFill>
                <a:schemeClr val="accent6">
                  <a:lumMod val="50000"/>
                </a:schemeClr>
              </a:solidFill>
            </a:endParaRPr>
          </a:p>
          <a:p>
            <a:endParaRPr lang="en-US" sz="1448" dirty="0">
              <a:solidFill>
                <a:schemeClr val="accent6">
                  <a:lumMod val="50000"/>
                </a:schemeClr>
              </a:solidFill>
            </a:endParaRPr>
          </a:p>
          <a:p>
            <a:endParaRPr lang="en-US" sz="1448" dirty="0">
              <a:solidFill>
                <a:schemeClr val="accent6">
                  <a:lumMod val="50000"/>
                </a:schemeClr>
              </a:solidFill>
            </a:endParaRPr>
          </a:p>
          <a:p>
            <a:endParaRPr lang="en-US" sz="1448" dirty="0">
              <a:solidFill>
                <a:schemeClr val="accent6">
                  <a:lumMod val="50000"/>
                </a:schemeClr>
              </a:solidFill>
            </a:endParaRPr>
          </a:p>
          <a:p>
            <a:endParaRPr lang="en-US" sz="1448" dirty="0">
              <a:solidFill>
                <a:schemeClr val="accent6">
                  <a:lumMod val="50000"/>
                </a:schemeClr>
              </a:solidFill>
            </a:endParaRPr>
          </a:p>
          <a:p>
            <a:endParaRPr lang="en-US" sz="1448" dirty="0">
              <a:solidFill>
                <a:schemeClr val="accent6">
                  <a:lumMod val="50000"/>
                </a:schemeClr>
              </a:solidFill>
            </a:endParaRPr>
          </a:p>
          <a:p>
            <a:endParaRPr lang="en-US" sz="1448" dirty="0">
              <a:solidFill>
                <a:schemeClr val="accent6">
                  <a:lumMod val="50000"/>
                </a:schemeClr>
              </a:solidFill>
            </a:endParaRPr>
          </a:p>
          <a:p>
            <a:endParaRPr lang="en-US" sz="1448" dirty="0">
              <a:solidFill>
                <a:schemeClr val="accent6">
                  <a:lumMod val="50000"/>
                </a:schemeClr>
              </a:solidFill>
            </a:endParaRPr>
          </a:p>
          <a:p>
            <a:endParaRPr lang="en-US" sz="1448" dirty="0">
              <a:solidFill>
                <a:schemeClr val="accent6">
                  <a:lumMod val="50000"/>
                </a:schemeClr>
              </a:solidFill>
            </a:endParaRPr>
          </a:p>
          <a:p>
            <a:endParaRPr lang="en-US" sz="1448" dirty="0">
              <a:solidFill>
                <a:schemeClr val="accent6">
                  <a:lumMod val="50000"/>
                </a:schemeClr>
              </a:solidFill>
            </a:endParaRPr>
          </a:p>
          <a:p>
            <a:endParaRPr lang="en-US" sz="1448" dirty="0">
              <a:solidFill>
                <a:schemeClr val="accent6">
                  <a:lumMod val="50000"/>
                </a:schemeClr>
              </a:solidFill>
            </a:endParaRPr>
          </a:p>
          <a:p>
            <a:endParaRPr lang="en-US" sz="1448" dirty="0">
              <a:solidFill>
                <a:schemeClr val="accent6">
                  <a:lumMod val="50000"/>
                </a:schemeClr>
              </a:solidFill>
            </a:endParaRPr>
          </a:p>
          <a:p>
            <a:endParaRPr lang="en-US" sz="1448" dirty="0">
              <a:solidFill>
                <a:schemeClr val="accent6">
                  <a:lumMod val="50000"/>
                </a:schemeClr>
              </a:solidFill>
            </a:endParaRPr>
          </a:p>
          <a:p>
            <a:endParaRPr lang="en-US" sz="1448" dirty="0">
              <a:solidFill>
                <a:schemeClr val="accent6">
                  <a:lumMod val="50000"/>
                </a:schemeClr>
              </a:solidFill>
            </a:endParaRPr>
          </a:p>
          <a:p>
            <a:endParaRPr lang="en-US" sz="1448" dirty="0">
              <a:solidFill>
                <a:schemeClr val="accent6">
                  <a:lumMod val="50000"/>
                </a:schemeClr>
              </a:solidFill>
            </a:endParaRPr>
          </a:p>
          <a:p>
            <a:endParaRPr lang="en-US" sz="1448" dirty="0">
              <a:solidFill>
                <a:schemeClr val="accent6">
                  <a:lumMod val="50000"/>
                </a:schemeClr>
              </a:solidFill>
            </a:endParaRPr>
          </a:p>
          <a:p>
            <a:endParaRPr lang="en-US" sz="1448" dirty="0"/>
          </a:p>
          <a:p>
            <a:endParaRPr lang="en-US" sz="1448" dirty="0"/>
          </a:p>
          <a:p>
            <a:endParaRPr lang="en-US" sz="1448" dirty="0"/>
          </a:p>
        </p:txBody>
      </p:sp>
      <p:sp>
        <p:nvSpPr>
          <p:cNvPr id="25" name="Slide Number Placeholder 24">
            <a:extLst>
              <a:ext uri="{FF2B5EF4-FFF2-40B4-BE49-F238E27FC236}">
                <a16:creationId xmlns:a16="http://schemas.microsoft.com/office/drawing/2014/main" id="{0336AB25-7420-688A-96F9-C4ADBC79F3B7}"/>
              </a:ext>
            </a:extLst>
          </p:cNvPr>
          <p:cNvSpPr>
            <a:spLocks noGrp="1"/>
          </p:cNvSpPr>
          <p:nvPr>
            <p:ph type="sldNum" idx="12"/>
          </p:nvPr>
        </p:nvSpPr>
        <p:spPr/>
        <p:txBody>
          <a:bodyPr/>
          <a:lstStyle/>
          <a:p>
            <a:fld id="{00000000-1234-1234-1234-123412341234}" type="slidenum">
              <a:rPr lang="en-US" smtClean="0"/>
              <a:pPr/>
              <a:t>23</a:t>
            </a:fld>
            <a:endParaRPr lang="en-US"/>
          </a:p>
        </p:txBody>
      </p:sp>
      <p:sp>
        <p:nvSpPr>
          <p:cNvPr id="2" name="Rectangle 1"/>
          <p:cNvSpPr/>
          <p:nvPr/>
        </p:nvSpPr>
        <p:spPr>
          <a:xfrm>
            <a:off x="1108153" y="2490735"/>
            <a:ext cx="97903" cy="168072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EG" sz="1448"/>
          </a:p>
        </p:txBody>
      </p:sp>
      <p:sp>
        <p:nvSpPr>
          <p:cNvPr id="3" name="Rectangle 2"/>
          <p:cNvSpPr/>
          <p:nvPr/>
        </p:nvSpPr>
        <p:spPr>
          <a:xfrm>
            <a:off x="1108154" y="4040915"/>
            <a:ext cx="2137621" cy="13054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EG" sz="1448"/>
          </a:p>
        </p:txBody>
      </p:sp>
      <p:sp>
        <p:nvSpPr>
          <p:cNvPr id="4" name="Rectangle 3"/>
          <p:cNvSpPr/>
          <p:nvPr/>
        </p:nvSpPr>
        <p:spPr>
          <a:xfrm>
            <a:off x="1450823" y="3029223"/>
            <a:ext cx="293719" cy="864839"/>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EG" sz="1448"/>
          </a:p>
        </p:txBody>
      </p:sp>
      <p:sp>
        <p:nvSpPr>
          <p:cNvPr id="9" name="Rectangle 8"/>
          <p:cNvSpPr/>
          <p:nvPr/>
        </p:nvSpPr>
        <p:spPr>
          <a:xfrm>
            <a:off x="1880523" y="2621278"/>
            <a:ext cx="293719" cy="1264623"/>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EG" sz="1448"/>
          </a:p>
        </p:txBody>
      </p:sp>
      <p:sp>
        <p:nvSpPr>
          <p:cNvPr id="10" name="Rectangle 9"/>
          <p:cNvSpPr/>
          <p:nvPr/>
        </p:nvSpPr>
        <p:spPr>
          <a:xfrm>
            <a:off x="2315662" y="2882359"/>
            <a:ext cx="293719" cy="1011699"/>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EG" sz="1448"/>
          </a:p>
        </p:txBody>
      </p:sp>
      <p:sp>
        <p:nvSpPr>
          <p:cNvPr id="11" name="Rectangle 10"/>
          <p:cNvSpPr/>
          <p:nvPr/>
        </p:nvSpPr>
        <p:spPr>
          <a:xfrm>
            <a:off x="2750795" y="3495516"/>
            <a:ext cx="293719" cy="398539"/>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EG" sz="1448"/>
          </a:p>
        </p:txBody>
      </p:sp>
      <p:pic>
        <p:nvPicPr>
          <p:cNvPr id="5" name="Picture 4" descr="A graph with red bars and numbers&#10;&#10;Description automatically generated">
            <a:extLst>
              <a:ext uri="{FF2B5EF4-FFF2-40B4-BE49-F238E27FC236}">
                <a16:creationId xmlns:a16="http://schemas.microsoft.com/office/drawing/2014/main" id="{E8A80AF7-65B9-9597-AE77-9F147175084E}"/>
              </a:ext>
            </a:extLst>
          </p:cNvPr>
          <p:cNvPicPr>
            <a:picLocks noChangeAspect="1"/>
          </p:cNvPicPr>
          <p:nvPr/>
        </p:nvPicPr>
        <p:blipFill rotWithShape="1">
          <a:blip r:embed="rId2"/>
          <a:srcRect l="1031"/>
          <a:stretch/>
        </p:blipFill>
        <p:spPr>
          <a:xfrm>
            <a:off x="4487910" y="1082534"/>
            <a:ext cx="7492440" cy="4342110"/>
          </a:xfrm>
          <a:prstGeom prst="rect">
            <a:avLst/>
          </a:prstGeom>
        </p:spPr>
      </p:pic>
    </p:spTree>
    <p:extLst>
      <p:ext uri="{BB962C8B-B14F-4D97-AF65-F5344CB8AC3E}">
        <p14:creationId xmlns:p14="http://schemas.microsoft.com/office/powerpoint/2010/main" val="3347392679"/>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96DE0336-FE28-E1E4-E684-8C28A5217D4A}"/>
              </a:ext>
            </a:extLst>
          </p:cNvPr>
          <p:cNvSpPr>
            <a:spLocks noGrp="1"/>
          </p:cNvSpPr>
          <p:nvPr>
            <p:ph type="subTitle" idx="1"/>
          </p:nvPr>
        </p:nvSpPr>
        <p:spPr>
          <a:xfrm>
            <a:off x="179615" y="-120103"/>
            <a:ext cx="7600543" cy="5882412"/>
          </a:xfrm>
        </p:spPr>
        <p:txBody>
          <a:bodyPr/>
          <a:lstStyle/>
          <a:p>
            <a:pPr algn="l"/>
            <a:endParaRPr lang="en-US" sz="2898" b="1" dirty="0">
              <a:solidFill>
                <a:schemeClr val="accent6">
                  <a:lumMod val="50000"/>
                </a:schemeClr>
              </a:solidFill>
              <a:latin typeface="Times New Roman" panose="02020603050405020304" pitchFamily="18" charset="0"/>
              <a:cs typeface="Times New Roman" panose="02020603050405020304" pitchFamily="18" charset="0"/>
            </a:endParaRPr>
          </a:p>
          <a:p>
            <a:pPr marL="0" indent="0" algn="l"/>
            <a:r>
              <a:rPr lang="en-US" sz="3313" b="1" dirty="0">
                <a:solidFill>
                  <a:srgbClr val="FA6671"/>
                </a:solidFill>
                <a:latin typeface="Times New Roman" panose="02020603050405020304" pitchFamily="18" charset="0"/>
                <a:cs typeface="Times New Roman" panose="02020603050405020304" pitchFamily="18" charset="0"/>
              </a:rPr>
              <a:t>Experimental Result </a:t>
            </a:r>
            <a:r>
              <a:rPr lang="en-US" sz="2400" b="1" dirty="0">
                <a:solidFill>
                  <a:schemeClr val="tx1"/>
                </a:solidFill>
                <a:latin typeface="Times New Roman" panose="02020603050405020304" pitchFamily="18" charset="0"/>
                <a:cs typeface="Times New Roman" panose="02020603050405020304" pitchFamily="18" charset="0"/>
              </a:rPr>
              <a:t>(After inserting new Data)</a:t>
            </a:r>
            <a:endParaRPr lang="en-US" sz="3313" b="1" dirty="0">
              <a:solidFill>
                <a:schemeClr val="tx1"/>
              </a:solidFill>
              <a:latin typeface="Times New Roman" panose="02020603050405020304" pitchFamily="18" charset="0"/>
              <a:cs typeface="Times New Roman" panose="02020603050405020304" pitchFamily="18" charset="0"/>
            </a:endParaRPr>
          </a:p>
          <a:p>
            <a:pPr marL="0" indent="0" algn="l"/>
            <a:r>
              <a:rPr lang="en-US" sz="3313" b="1" dirty="0">
                <a:solidFill>
                  <a:schemeClr val="accent6">
                    <a:lumMod val="75000"/>
                  </a:schemeClr>
                </a:solidFill>
                <a:latin typeface="Times New Roman" panose="02020603050405020304" pitchFamily="18" charset="0"/>
                <a:cs typeface="Times New Roman" panose="02020603050405020304" pitchFamily="18" charset="0"/>
              </a:rPr>
              <a:t> </a:t>
            </a:r>
            <a:br>
              <a:rPr lang="en-US" sz="3313" b="1" dirty="0">
                <a:solidFill>
                  <a:schemeClr val="accent6">
                    <a:lumMod val="75000"/>
                  </a:schemeClr>
                </a:solidFill>
                <a:latin typeface="Times New Roman" panose="02020603050405020304" pitchFamily="18" charset="0"/>
                <a:cs typeface="Times New Roman" panose="02020603050405020304" pitchFamily="18" charset="0"/>
              </a:rPr>
            </a:br>
            <a:endParaRPr lang="en-US" sz="2069" dirty="0">
              <a:latin typeface="Times New Roman" panose="02020603050405020304" pitchFamily="18" charset="0"/>
              <a:cs typeface="Times New Roman" panose="02020603050405020304" pitchFamily="18" charset="0"/>
            </a:endParaRPr>
          </a:p>
          <a:p>
            <a:pPr marL="52581" indent="0" algn="l"/>
            <a:endParaRPr lang="en-US" sz="726" dirty="0">
              <a:latin typeface="Times New Roman" panose="02020603050405020304" pitchFamily="18" charset="0"/>
              <a:cs typeface="Times New Roman" panose="02020603050405020304" pitchFamily="18" charset="0"/>
            </a:endParaRPr>
          </a:p>
        </p:txBody>
      </p:sp>
      <p:cxnSp>
        <p:nvCxnSpPr>
          <p:cNvPr id="8" name="Straight Connector 7">
            <a:extLst>
              <a:ext uri="{FF2B5EF4-FFF2-40B4-BE49-F238E27FC236}">
                <a16:creationId xmlns:a16="http://schemas.microsoft.com/office/drawing/2014/main" id="{D590224B-6DB4-4F5F-8050-E465BAABC648}"/>
              </a:ext>
            </a:extLst>
          </p:cNvPr>
          <p:cNvCxnSpPr/>
          <p:nvPr/>
        </p:nvCxnSpPr>
        <p:spPr>
          <a:xfrm>
            <a:off x="179614" y="1161214"/>
            <a:ext cx="3980018" cy="14560"/>
          </a:xfrm>
          <a:prstGeom prst="line">
            <a:avLst/>
          </a:prstGeom>
          <a:ln>
            <a:solidFill>
              <a:srgbClr val="FA6671"/>
            </a:solidFill>
          </a:ln>
        </p:spPr>
        <p:style>
          <a:lnRef idx="3">
            <a:schemeClr val="accent6"/>
          </a:lnRef>
          <a:fillRef idx="0">
            <a:schemeClr val="accent6"/>
          </a:fillRef>
          <a:effectRef idx="2">
            <a:schemeClr val="accent6"/>
          </a:effectRef>
          <a:fontRef idx="minor">
            <a:schemeClr val="tx1"/>
          </a:fontRef>
        </p:style>
      </p:cxnSp>
      <p:sp>
        <p:nvSpPr>
          <p:cNvPr id="9" name="Slide Number Placeholder 8">
            <a:extLst>
              <a:ext uri="{FF2B5EF4-FFF2-40B4-BE49-F238E27FC236}">
                <a16:creationId xmlns:a16="http://schemas.microsoft.com/office/drawing/2014/main" id="{A0F31BAE-AC97-6217-1E8D-8B0B0B7921E0}"/>
              </a:ext>
            </a:extLst>
          </p:cNvPr>
          <p:cNvSpPr>
            <a:spLocks noGrp="1"/>
          </p:cNvSpPr>
          <p:nvPr>
            <p:ph type="sldNum" idx="12"/>
          </p:nvPr>
        </p:nvSpPr>
        <p:spPr/>
        <p:txBody>
          <a:bodyPr/>
          <a:lstStyle/>
          <a:p>
            <a:fld id="{00000000-1234-1234-1234-123412341234}" type="slidenum">
              <a:rPr lang="en-US" smtClean="0"/>
              <a:pPr/>
              <a:t>24</a:t>
            </a:fld>
            <a:endParaRPr lang="en-US"/>
          </a:p>
        </p:txBody>
      </p:sp>
      <p:sp>
        <p:nvSpPr>
          <p:cNvPr id="32" name="Title 1">
            <a:extLst>
              <a:ext uri="{FF2B5EF4-FFF2-40B4-BE49-F238E27FC236}">
                <a16:creationId xmlns:a16="http://schemas.microsoft.com/office/drawing/2014/main" id="{300142E8-538C-AE92-2A73-841716833054}"/>
              </a:ext>
            </a:extLst>
          </p:cNvPr>
          <p:cNvSpPr>
            <a:spLocks noGrp="1"/>
          </p:cNvSpPr>
          <p:nvPr>
            <p:ph type="ctrTitle"/>
          </p:nvPr>
        </p:nvSpPr>
        <p:spPr>
          <a:xfrm>
            <a:off x="179612" y="1283221"/>
            <a:ext cx="6133958" cy="554802"/>
          </a:xfrm>
        </p:spPr>
        <p:txBody>
          <a:bodyPr/>
          <a:lstStyle/>
          <a:p>
            <a:pPr algn="l"/>
            <a:r>
              <a:rPr lang="en-US" sz="3313" b="1" u="sng" dirty="0">
                <a:solidFill>
                  <a:schemeClr val="tx1"/>
                </a:solidFill>
              </a:rPr>
              <a:t>CNN Results </a:t>
            </a:r>
          </a:p>
        </p:txBody>
      </p:sp>
      <p:sp>
        <p:nvSpPr>
          <p:cNvPr id="33" name="Subtitle 2">
            <a:extLst>
              <a:ext uri="{FF2B5EF4-FFF2-40B4-BE49-F238E27FC236}">
                <a16:creationId xmlns:a16="http://schemas.microsoft.com/office/drawing/2014/main" id="{2A642F1B-9316-47E7-0741-BDE01DA4DF73}"/>
              </a:ext>
            </a:extLst>
          </p:cNvPr>
          <p:cNvSpPr txBox="1">
            <a:spLocks/>
          </p:cNvSpPr>
          <p:nvPr/>
        </p:nvSpPr>
        <p:spPr>
          <a:xfrm>
            <a:off x="92036" y="1793467"/>
            <a:ext cx="11717452" cy="4739661"/>
          </a:xfrm>
          <a:prstGeom prst="rect">
            <a:avLst/>
          </a:prstGeom>
          <a:noFill/>
          <a:ln>
            <a:noFill/>
          </a:ln>
        </p:spPr>
        <p:txBody>
          <a:bodyPr spcFirstLastPara="1" wrap="square" lIns="94627" tIns="47301" rIns="94627" bIns="47301" anchor="t" anchorCtr="0">
            <a:noAutofit/>
          </a:bodyPr>
          <a:lstStyle>
            <a:defPPr marR="0" lvl="0" algn="l" rtl="0">
              <a:lnSpc>
                <a:spcPct val="100000"/>
              </a:lnSpc>
              <a:spcBef>
                <a:spcPts val="0"/>
              </a:spcBef>
              <a:spcAft>
                <a:spcPts val="0"/>
              </a:spcAft>
            </a:defPPr>
            <a:lvl1pPr marL="457200" marR="0" lvl="0" indent="-406400" algn="ctr" rtl="0">
              <a:lnSpc>
                <a:spcPct val="90000"/>
              </a:lnSpc>
              <a:spcBef>
                <a:spcPts val="10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L="914400" marR="0" lvl="1" indent="-381000"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L="1371600" marR="0" lvl="2" indent="-355600"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L="1828800" marR="0" lvl="3"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L="2286000" marR="0" lvl="4"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L="2743200" marR="0" lvl="5"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L="3200400" marR="0" lvl="6"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L="3657600" marR="0" lvl="7"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L="4114800" marR="0" lvl="8"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pPr marL="0" indent="0" algn="just">
              <a:lnSpc>
                <a:spcPct val="100000"/>
              </a:lnSpc>
              <a:spcAft>
                <a:spcPts val="621"/>
              </a:spcAft>
            </a:pPr>
            <a:endParaRPr lang="en-US" sz="1863" dirty="0">
              <a:latin typeface="Times New Roman" panose="02020603050405020304" pitchFamily="18" charset="0"/>
              <a:cs typeface="Times New Roman" panose="02020603050405020304" pitchFamily="18" charset="0"/>
            </a:endParaRPr>
          </a:p>
          <a:p>
            <a:pPr marL="0" indent="0" algn="just">
              <a:lnSpc>
                <a:spcPct val="100000"/>
              </a:lnSpc>
              <a:spcAft>
                <a:spcPts val="621"/>
              </a:spcAft>
            </a:pPr>
            <a:endParaRPr lang="en-US" sz="1863" dirty="0">
              <a:latin typeface="Times New Roman" panose="02020603050405020304" pitchFamily="18" charset="0"/>
              <a:cs typeface="Times New Roman" panose="02020603050405020304" pitchFamily="18" charset="0"/>
            </a:endParaRPr>
          </a:p>
          <a:p>
            <a:pPr marL="0" indent="0" algn="just">
              <a:lnSpc>
                <a:spcPct val="100000"/>
              </a:lnSpc>
              <a:spcAft>
                <a:spcPts val="621"/>
              </a:spcAft>
            </a:pPr>
            <a:r>
              <a:rPr lang="en-US" sz="1863" dirty="0">
                <a:latin typeface="Times New Roman" panose="02020603050405020304" pitchFamily="18" charset="0"/>
                <a:cs typeface="Times New Roman" panose="02020603050405020304" pitchFamily="18" charset="0"/>
              </a:rPr>
              <a:t>. </a:t>
            </a:r>
            <a:endParaRPr lang="en-US" sz="2069" dirty="0"/>
          </a:p>
        </p:txBody>
      </p:sp>
      <p:sp>
        <p:nvSpPr>
          <p:cNvPr id="11" name="Google Shape;211;p19">
            <a:extLst>
              <a:ext uri="{FF2B5EF4-FFF2-40B4-BE49-F238E27FC236}">
                <a16:creationId xmlns:a16="http://schemas.microsoft.com/office/drawing/2014/main" id="{34422662-040E-FDBE-007D-42AAA975596C}"/>
              </a:ext>
            </a:extLst>
          </p:cNvPr>
          <p:cNvSpPr/>
          <p:nvPr/>
        </p:nvSpPr>
        <p:spPr>
          <a:xfrm rot="18279675" flipH="1">
            <a:off x="10230140" y="353388"/>
            <a:ext cx="1183702" cy="1188369"/>
          </a:xfrm>
          <a:prstGeom prst="triangle">
            <a:avLst>
              <a:gd name="adj" fmla="val 50000"/>
            </a:avLst>
          </a:prstGeom>
          <a:solidFill>
            <a:schemeClr val="bg1">
              <a:lumMod val="85000"/>
            </a:schemeClr>
          </a:solidFill>
          <a:ln>
            <a:noFill/>
          </a:ln>
        </p:spPr>
        <p:txBody>
          <a:bodyPr spcFirstLastPara="1" wrap="square" lIns="94627" tIns="47301" rIns="94627" bIns="47301" anchor="ctr" anchorCtr="0">
            <a:noAutofit/>
          </a:bodyPr>
          <a:lstStyle/>
          <a:p>
            <a:pPr algn="ctr"/>
            <a:endParaRPr sz="1863">
              <a:solidFill>
                <a:schemeClr val="lt1"/>
              </a:solidFill>
              <a:latin typeface="Calibri"/>
              <a:ea typeface="Calibri"/>
              <a:cs typeface="Calibri"/>
              <a:sym typeface="Calibri"/>
            </a:endParaRPr>
          </a:p>
        </p:txBody>
      </p:sp>
      <p:sp>
        <p:nvSpPr>
          <p:cNvPr id="12" name="Google Shape;212;p19">
            <a:extLst>
              <a:ext uri="{FF2B5EF4-FFF2-40B4-BE49-F238E27FC236}">
                <a16:creationId xmlns:a16="http://schemas.microsoft.com/office/drawing/2014/main" id="{009592B4-7256-9624-5611-87DFC378F044}"/>
              </a:ext>
            </a:extLst>
          </p:cNvPr>
          <p:cNvSpPr/>
          <p:nvPr/>
        </p:nvSpPr>
        <p:spPr>
          <a:xfrm rot="13887929" flipH="1">
            <a:off x="10794650" y="227676"/>
            <a:ext cx="1095806" cy="909346"/>
          </a:xfrm>
          <a:prstGeom prst="triangle">
            <a:avLst>
              <a:gd name="adj" fmla="val 50000"/>
            </a:avLst>
          </a:prstGeom>
          <a:solidFill>
            <a:srgbClr val="FA6671"/>
          </a:solidFill>
          <a:ln>
            <a:noFill/>
          </a:ln>
        </p:spPr>
        <p:txBody>
          <a:bodyPr spcFirstLastPara="1" wrap="square" lIns="94627" tIns="47301" rIns="94627" bIns="47301" anchor="ctr" anchorCtr="0">
            <a:noAutofit/>
          </a:bodyPr>
          <a:lstStyle/>
          <a:p>
            <a:pPr algn="ctr"/>
            <a:endParaRPr sz="1863" dirty="0">
              <a:solidFill>
                <a:schemeClr val="lt1"/>
              </a:solidFill>
              <a:latin typeface="Calibri"/>
              <a:ea typeface="Calibri"/>
              <a:cs typeface="Calibri"/>
              <a:sym typeface="Calibri"/>
            </a:endParaRPr>
          </a:p>
        </p:txBody>
      </p:sp>
      <p:graphicFrame>
        <p:nvGraphicFramePr>
          <p:cNvPr id="13" name="Table 6">
            <a:extLst>
              <a:ext uri="{FF2B5EF4-FFF2-40B4-BE49-F238E27FC236}">
                <a16:creationId xmlns:a16="http://schemas.microsoft.com/office/drawing/2014/main" id="{89582452-3037-F5D6-E6B2-4BC64F1B6F32}"/>
              </a:ext>
            </a:extLst>
          </p:cNvPr>
          <p:cNvGraphicFramePr>
            <a:graphicFrameLocks noGrp="1"/>
          </p:cNvGraphicFramePr>
          <p:nvPr/>
        </p:nvGraphicFramePr>
        <p:xfrm>
          <a:off x="681661" y="2348269"/>
          <a:ext cx="10538201" cy="2065981"/>
        </p:xfrm>
        <a:graphic>
          <a:graphicData uri="http://schemas.openxmlformats.org/drawingml/2006/table">
            <a:tbl>
              <a:tblPr firstRow="1" bandRow="1">
                <a:tableStyleId>{5C22544A-7EE6-4342-B048-85BDC9FD1C3A}</a:tableStyleId>
              </a:tblPr>
              <a:tblGrid>
                <a:gridCol w="3294674">
                  <a:extLst>
                    <a:ext uri="{9D8B030D-6E8A-4147-A177-3AD203B41FA5}">
                      <a16:colId xmlns:a16="http://schemas.microsoft.com/office/drawing/2014/main" val="20000"/>
                    </a:ext>
                  </a:extLst>
                </a:gridCol>
                <a:gridCol w="1354371">
                  <a:extLst>
                    <a:ext uri="{9D8B030D-6E8A-4147-A177-3AD203B41FA5}">
                      <a16:colId xmlns:a16="http://schemas.microsoft.com/office/drawing/2014/main" val="3674087195"/>
                    </a:ext>
                  </a:extLst>
                </a:gridCol>
                <a:gridCol w="1664409">
                  <a:extLst>
                    <a:ext uri="{9D8B030D-6E8A-4147-A177-3AD203B41FA5}">
                      <a16:colId xmlns:a16="http://schemas.microsoft.com/office/drawing/2014/main" val="3586536515"/>
                    </a:ext>
                  </a:extLst>
                </a:gridCol>
                <a:gridCol w="1403323">
                  <a:extLst>
                    <a:ext uri="{9D8B030D-6E8A-4147-A177-3AD203B41FA5}">
                      <a16:colId xmlns:a16="http://schemas.microsoft.com/office/drawing/2014/main" val="806167050"/>
                    </a:ext>
                  </a:extLst>
                </a:gridCol>
                <a:gridCol w="1501231">
                  <a:extLst>
                    <a:ext uri="{9D8B030D-6E8A-4147-A177-3AD203B41FA5}">
                      <a16:colId xmlns:a16="http://schemas.microsoft.com/office/drawing/2014/main" val="612276904"/>
                    </a:ext>
                  </a:extLst>
                </a:gridCol>
                <a:gridCol w="1320193">
                  <a:extLst>
                    <a:ext uri="{9D8B030D-6E8A-4147-A177-3AD203B41FA5}">
                      <a16:colId xmlns:a16="http://schemas.microsoft.com/office/drawing/2014/main" val="3489556616"/>
                    </a:ext>
                  </a:extLst>
                </a:gridCol>
              </a:tblGrid>
              <a:tr h="691179">
                <a:tc>
                  <a:txBody>
                    <a:bodyPr/>
                    <a:lstStyle/>
                    <a:p>
                      <a:pPr algn="ctr"/>
                      <a:r>
                        <a:rPr lang="en-US" sz="1900" b="1" dirty="0">
                          <a:latin typeface="Times New Roman" panose="02020603050405020304" pitchFamily="18" charset="0"/>
                          <a:cs typeface="Times New Roman" panose="02020603050405020304" pitchFamily="18" charset="0"/>
                        </a:rPr>
                        <a:t>Influencing Factors</a:t>
                      </a:r>
                    </a:p>
                  </a:txBody>
                  <a:tcPr marL="94643" marR="94643" marT="47321" marB="47321">
                    <a:solidFill>
                      <a:srgbClr val="FA6671"/>
                    </a:solidFill>
                  </a:tcPr>
                </a:tc>
                <a:tc>
                  <a:txBody>
                    <a:bodyPr/>
                    <a:lstStyle/>
                    <a:p>
                      <a:pPr algn="ctr"/>
                      <a:r>
                        <a:rPr lang="en-US" sz="1900" b="1" dirty="0">
                          <a:latin typeface="Times New Roman" panose="02020603050405020304" pitchFamily="18" charset="0"/>
                          <a:cs typeface="Times New Roman" panose="02020603050405020304" pitchFamily="18" charset="0"/>
                        </a:rPr>
                        <a:t>Trial 1</a:t>
                      </a:r>
                    </a:p>
                  </a:txBody>
                  <a:tcPr marL="94643" marR="94643" marT="47321" marB="47321">
                    <a:solidFill>
                      <a:srgbClr val="FA667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900" b="1" dirty="0">
                          <a:latin typeface="Times New Roman" panose="02020603050405020304" pitchFamily="18" charset="0"/>
                          <a:cs typeface="Times New Roman" panose="02020603050405020304" pitchFamily="18" charset="0"/>
                        </a:rPr>
                        <a:t>Trial 2</a:t>
                      </a:r>
                    </a:p>
                    <a:p>
                      <a:pPr algn="ctr"/>
                      <a:endParaRPr lang="en-US" sz="1900" b="1" dirty="0">
                        <a:latin typeface="Times New Roman" panose="02020603050405020304" pitchFamily="18" charset="0"/>
                        <a:cs typeface="Times New Roman" panose="02020603050405020304" pitchFamily="18" charset="0"/>
                      </a:endParaRPr>
                    </a:p>
                  </a:txBody>
                  <a:tcPr marL="94643" marR="94643" marT="47321" marB="47321">
                    <a:solidFill>
                      <a:srgbClr val="FA667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900" b="1" dirty="0">
                          <a:latin typeface="Times New Roman" panose="02020603050405020304" pitchFamily="18" charset="0"/>
                          <a:cs typeface="Times New Roman" panose="02020603050405020304" pitchFamily="18" charset="0"/>
                        </a:rPr>
                        <a:t>Trial 3</a:t>
                      </a:r>
                    </a:p>
                    <a:p>
                      <a:pPr algn="ctr"/>
                      <a:endParaRPr lang="en-US" sz="1900" b="1" dirty="0">
                        <a:latin typeface="Times New Roman" panose="02020603050405020304" pitchFamily="18" charset="0"/>
                        <a:cs typeface="Times New Roman" panose="02020603050405020304" pitchFamily="18" charset="0"/>
                      </a:endParaRPr>
                    </a:p>
                  </a:txBody>
                  <a:tcPr marL="94643" marR="94643" marT="47321" marB="47321">
                    <a:solidFill>
                      <a:srgbClr val="FA667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900" b="1" dirty="0">
                          <a:latin typeface="Times New Roman" panose="02020603050405020304" pitchFamily="18" charset="0"/>
                          <a:cs typeface="Times New Roman" panose="02020603050405020304" pitchFamily="18" charset="0"/>
                        </a:rPr>
                        <a:t>Trial 4</a:t>
                      </a:r>
                    </a:p>
                    <a:p>
                      <a:pPr algn="ctr"/>
                      <a:endParaRPr lang="en-US" sz="1900" b="1" dirty="0">
                        <a:latin typeface="Times New Roman" panose="02020603050405020304" pitchFamily="18" charset="0"/>
                        <a:cs typeface="Times New Roman" panose="02020603050405020304" pitchFamily="18" charset="0"/>
                      </a:endParaRPr>
                    </a:p>
                  </a:txBody>
                  <a:tcPr marL="94643" marR="94643" marT="47321" marB="47321">
                    <a:solidFill>
                      <a:srgbClr val="FA6671"/>
                    </a:solidFill>
                  </a:tcPr>
                </a:tc>
                <a:tc>
                  <a:txBody>
                    <a:bodyPr/>
                    <a:lstStyle/>
                    <a:p>
                      <a:pPr algn="ctr"/>
                      <a:r>
                        <a:rPr lang="en-US" sz="1900" b="1" dirty="0">
                          <a:latin typeface="Times New Roman" panose="02020603050405020304" pitchFamily="18" charset="0"/>
                          <a:cs typeface="Times New Roman" panose="02020603050405020304" pitchFamily="18" charset="0"/>
                        </a:rPr>
                        <a:t>Average </a:t>
                      </a:r>
                    </a:p>
                    <a:p>
                      <a:pPr algn="ctr"/>
                      <a:r>
                        <a:rPr lang="en-US" sz="1900" b="1" dirty="0">
                          <a:latin typeface="Times New Roman" panose="02020603050405020304" pitchFamily="18" charset="0"/>
                          <a:cs typeface="Times New Roman" panose="02020603050405020304" pitchFamily="18" charset="0"/>
                        </a:rPr>
                        <a:t>Accuracy</a:t>
                      </a:r>
                    </a:p>
                  </a:txBody>
                  <a:tcPr marL="94643" marR="94643" marT="47321" marB="47321">
                    <a:solidFill>
                      <a:srgbClr val="FA6671"/>
                    </a:solidFill>
                  </a:tcPr>
                </a:tc>
                <a:extLst>
                  <a:ext uri="{0D108BD9-81ED-4DB2-BD59-A6C34878D82A}">
                    <a16:rowId xmlns:a16="http://schemas.microsoft.com/office/drawing/2014/main" val="967428072"/>
                  </a:ext>
                </a:extLst>
              </a:tr>
              <a:tr h="994418">
                <a:tc>
                  <a:txBody>
                    <a:bodyPr/>
                    <a:lstStyle/>
                    <a:p>
                      <a:pPr marL="285750" indent="-285750" algn="l">
                        <a:buFontTx/>
                        <a:buChar char="-"/>
                      </a:pPr>
                      <a:r>
                        <a:rPr lang="en-US" sz="1400" b="1" i="0" u="none" strike="noStrike" cap="none" dirty="0">
                          <a:solidFill>
                            <a:schemeClr val="dk1"/>
                          </a:solidFill>
                          <a:effectLst/>
                          <a:latin typeface="+mn-lt"/>
                          <a:ea typeface="+mn-ea"/>
                          <a:cs typeface="+mn-cs"/>
                          <a:sym typeface="Arial"/>
                        </a:rPr>
                        <a:t>Change batch size to 32 </a:t>
                      </a:r>
                    </a:p>
                    <a:p>
                      <a:pPr marL="285750" indent="-285750" algn="l">
                        <a:buFontTx/>
                        <a:buChar char="-"/>
                      </a:pPr>
                      <a:r>
                        <a:rPr lang="en-US" sz="1400" b="1" i="0" u="none" strike="noStrike" cap="none" dirty="0">
                          <a:solidFill>
                            <a:schemeClr val="dk1"/>
                          </a:solidFill>
                          <a:effectLst/>
                          <a:latin typeface="+mn-lt"/>
                          <a:ea typeface="+mn-ea"/>
                          <a:cs typeface="+mn-cs"/>
                          <a:sym typeface="Arial"/>
                        </a:rPr>
                        <a:t>Used nu of epoch = 500.</a:t>
                      </a:r>
                    </a:p>
                    <a:p>
                      <a:pPr marL="285750" indent="-285750" algn="l">
                        <a:buFontTx/>
                        <a:buChar char="-"/>
                      </a:pPr>
                      <a:r>
                        <a:rPr lang="en-US" sz="1400" b="1" i="0" u="none" strike="noStrike" cap="none" dirty="0">
                          <a:solidFill>
                            <a:schemeClr val="dk1"/>
                          </a:solidFill>
                          <a:effectLst/>
                          <a:latin typeface="+mn-lt"/>
                          <a:ea typeface="+mn-ea"/>
                          <a:cs typeface="+mn-cs"/>
                          <a:sym typeface="Arial"/>
                        </a:rPr>
                        <a:t>Num of layers = 7    </a:t>
                      </a:r>
                    </a:p>
                    <a:p>
                      <a:pPr marL="285750" indent="-285750" algn="l">
                        <a:buFontTx/>
                        <a:buChar char="-"/>
                      </a:pPr>
                      <a:r>
                        <a:rPr lang="en-US" sz="1400" b="1" i="0" u="none" strike="noStrike" cap="none" dirty="0">
                          <a:solidFill>
                            <a:schemeClr val="dk1"/>
                          </a:solidFill>
                          <a:effectLst/>
                          <a:latin typeface="+mn-lt"/>
                          <a:ea typeface="+mn-ea"/>
                          <a:cs typeface="+mn-cs"/>
                          <a:sym typeface="Arial"/>
                        </a:rPr>
                        <a:t>Lr = 3e-5</a:t>
                      </a:r>
                    </a:p>
                    <a:p>
                      <a:pPr marL="285750" indent="-285750" algn="ctr">
                        <a:buFontTx/>
                        <a:buChar char="-"/>
                      </a:pPr>
                      <a:endParaRPr lang="en-US" sz="1400" b="1" i="0" u="none" strike="noStrike" cap="none" dirty="0">
                        <a:solidFill>
                          <a:schemeClr val="dk1"/>
                        </a:solidFill>
                        <a:effectLst/>
                        <a:latin typeface="+mn-lt"/>
                        <a:ea typeface="+mn-ea"/>
                        <a:cs typeface="+mn-cs"/>
                        <a:sym typeface="Arial"/>
                      </a:endParaRPr>
                    </a:p>
                    <a:p>
                      <a:pPr algn="ctr"/>
                      <a:r>
                        <a:rPr lang="en-US" sz="1400" b="1" i="0" u="none" strike="noStrike" cap="none" dirty="0">
                          <a:solidFill>
                            <a:schemeClr val="dk1"/>
                          </a:solidFill>
                          <a:effectLst/>
                          <a:latin typeface="+mn-lt"/>
                          <a:ea typeface="+mn-ea"/>
                          <a:cs typeface="+mn-cs"/>
                          <a:sym typeface="Arial"/>
                        </a:rPr>
                        <a:t>-</a:t>
                      </a:r>
                      <a:endParaRPr lang="en-US" sz="1400" b="1" dirty="0">
                        <a:latin typeface="Times New Roman" panose="02020603050405020304" pitchFamily="18" charset="0"/>
                        <a:cs typeface="Times New Roman" panose="02020603050405020304" pitchFamily="18" charset="0"/>
                      </a:endParaRPr>
                    </a:p>
                  </a:txBody>
                  <a:tcPr marL="94643" marR="94643" marT="47321" marB="47321">
                    <a:solidFill>
                      <a:schemeClr val="bg1">
                        <a:lumMod val="85000"/>
                      </a:schemeClr>
                    </a:solidFill>
                  </a:tcPr>
                </a:tc>
                <a:tc>
                  <a:txBody>
                    <a:bodyPr/>
                    <a:lstStyle/>
                    <a:p>
                      <a:pPr algn="ctr"/>
                      <a:r>
                        <a:rPr lang="en-US" sz="2100" b="1" dirty="0">
                          <a:latin typeface="Times New Roman" panose="02020603050405020304" pitchFamily="18" charset="0"/>
                          <a:cs typeface="Times New Roman" panose="02020603050405020304" pitchFamily="18" charset="0"/>
                        </a:rPr>
                        <a:t>84.88</a:t>
                      </a:r>
                    </a:p>
                  </a:txBody>
                  <a:tcPr marL="94643" marR="94643" marT="47321" marB="47321">
                    <a:solidFill>
                      <a:schemeClr val="bg1">
                        <a:lumMod val="85000"/>
                      </a:schemeClr>
                    </a:solidFill>
                  </a:tcPr>
                </a:tc>
                <a:tc>
                  <a:txBody>
                    <a:bodyPr/>
                    <a:lstStyle/>
                    <a:p>
                      <a:pPr algn="ctr"/>
                      <a:r>
                        <a:rPr lang="en-US" sz="2100" b="1" dirty="0">
                          <a:latin typeface="Times New Roman" panose="02020603050405020304" pitchFamily="18" charset="0"/>
                          <a:cs typeface="Times New Roman" panose="02020603050405020304" pitchFamily="18" charset="0"/>
                        </a:rPr>
                        <a:t>93.22</a:t>
                      </a:r>
                    </a:p>
                  </a:txBody>
                  <a:tcPr marL="94643" marR="94643" marT="47321" marB="47321">
                    <a:solidFill>
                      <a:schemeClr val="bg1">
                        <a:lumMod val="85000"/>
                      </a:schemeClr>
                    </a:solidFill>
                  </a:tcPr>
                </a:tc>
                <a:tc>
                  <a:txBody>
                    <a:bodyPr/>
                    <a:lstStyle/>
                    <a:p>
                      <a:pPr algn="ctr"/>
                      <a:r>
                        <a:rPr lang="en-US" sz="2100" b="1" dirty="0">
                          <a:latin typeface="Times New Roman" panose="02020603050405020304" pitchFamily="18" charset="0"/>
                          <a:cs typeface="Times New Roman" panose="02020603050405020304" pitchFamily="18" charset="0"/>
                        </a:rPr>
                        <a:t>90.00</a:t>
                      </a:r>
                    </a:p>
                  </a:txBody>
                  <a:tcPr marL="94643" marR="94643" marT="47321" marB="47321">
                    <a:solidFill>
                      <a:schemeClr val="bg1">
                        <a:lumMod val="85000"/>
                      </a:schemeClr>
                    </a:solidFill>
                  </a:tcPr>
                </a:tc>
                <a:tc>
                  <a:txBody>
                    <a:bodyPr/>
                    <a:lstStyle/>
                    <a:p>
                      <a:pPr algn="ctr"/>
                      <a:r>
                        <a:rPr lang="en-US" sz="2100" b="1" dirty="0">
                          <a:latin typeface="Times New Roman" panose="02020603050405020304" pitchFamily="18" charset="0"/>
                          <a:cs typeface="Times New Roman" panose="02020603050405020304" pitchFamily="18" charset="0"/>
                        </a:rPr>
                        <a:t>88.77</a:t>
                      </a:r>
                    </a:p>
                  </a:txBody>
                  <a:tcPr marL="94643" marR="94643" marT="47321" marB="47321">
                    <a:solidFill>
                      <a:schemeClr val="bg1">
                        <a:lumMod val="85000"/>
                      </a:schemeClr>
                    </a:solidFill>
                  </a:tcPr>
                </a:tc>
                <a:tc>
                  <a:txBody>
                    <a:bodyPr/>
                    <a:lstStyle/>
                    <a:p>
                      <a:pPr algn="ctr"/>
                      <a:r>
                        <a:rPr lang="en-US" sz="2400" b="1" dirty="0">
                          <a:solidFill>
                            <a:srgbClr val="FA6671"/>
                          </a:solidFill>
                          <a:latin typeface="Times New Roman" panose="02020603050405020304" pitchFamily="18" charset="0"/>
                          <a:cs typeface="Times New Roman" panose="02020603050405020304" pitchFamily="18" charset="0"/>
                        </a:rPr>
                        <a:t>89.22%</a:t>
                      </a:r>
                    </a:p>
                  </a:txBody>
                  <a:tcPr marL="94643" marR="94643" marT="47321" marB="47321">
                    <a:solidFill>
                      <a:schemeClr val="bg1">
                        <a:lumMod val="85000"/>
                      </a:schemeClr>
                    </a:solidFill>
                  </a:tcPr>
                </a:tc>
                <a:extLst>
                  <a:ext uri="{0D108BD9-81ED-4DB2-BD59-A6C34878D82A}">
                    <a16:rowId xmlns:a16="http://schemas.microsoft.com/office/drawing/2014/main" val="1485063463"/>
                  </a:ext>
                </a:extLst>
              </a:tr>
            </a:tbl>
          </a:graphicData>
        </a:graphic>
      </p:graphicFrame>
    </p:spTree>
    <p:extLst>
      <p:ext uri="{BB962C8B-B14F-4D97-AF65-F5344CB8AC3E}">
        <p14:creationId xmlns:p14="http://schemas.microsoft.com/office/powerpoint/2010/main" val="1624580284"/>
      </p:ext>
    </p:extLst>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96DE0336-FE28-E1E4-E684-8C28A5217D4A}"/>
              </a:ext>
            </a:extLst>
          </p:cNvPr>
          <p:cNvSpPr>
            <a:spLocks noGrp="1"/>
          </p:cNvSpPr>
          <p:nvPr>
            <p:ph type="subTitle" idx="1"/>
          </p:nvPr>
        </p:nvSpPr>
        <p:spPr>
          <a:xfrm>
            <a:off x="179615" y="-120103"/>
            <a:ext cx="7600543" cy="5882412"/>
          </a:xfrm>
        </p:spPr>
        <p:txBody>
          <a:bodyPr/>
          <a:lstStyle/>
          <a:p>
            <a:pPr algn="l"/>
            <a:endParaRPr lang="en-US" sz="2898" b="1" dirty="0">
              <a:solidFill>
                <a:schemeClr val="accent6">
                  <a:lumMod val="50000"/>
                </a:schemeClr>
              </a:solidFill>
              <a:latin typeface="Times New Roman" panose="02020603050405020304" pitchFamily="18" charset="0"/>
              <a:cs typeface="Times New Roman" panose="02020603050405020304" pitchFamily="18" charset="0"/>
            </a:endParaRPr>
          </a:p>
          <a:p>
            <a:pPr marL="0" indent="0" algn="l"/>
            <a:r>
              <a:rPr lang="en-US" sz="3313" b="1" dirty="0">
                <a:solidFill>
                  <a:srgbClr val="FA6671"/>
                </a:solidFill>
                <a:latin typeface="Times New Roman" panose="02020603050405020304" pitchFamily="18" charset="0"/>
                <a:cs typeface="Times New Roman" panose="02020603050405020304" pitchFamily="18" charset="0"/>
              </a:rPr>
              <a:t>Experimental Result </a:t>
            </a:r>
            <a:r>
              <a:rPr lang="en-US" sz="2400" b="1" dirty="0">
                <a:solidFill>
                  <a:schemeClr val="tx1"/>
                </a:solidFill>
                <a:latin typeface="Times New Roman" panose="02020603050405020304" pitchFamily="18" charset="0"/>
                <a:cs typeface="Times New Roman" panose="02020603050405020304" pitchFamily="18" charset="0"/>
              </a:rPr>
              <a:t>(After inserting new Data)</a:t>
            </a:r>
            <a:endParaRPr lang="en-US" sz="3313" b="1" dirty="0">
              <a:solidFill>
                <a:schemeClr val="tx1"/>
              </a:solidFill>
              <a:latin typeface="Times New Roman" panose="02020603050405020304" pitchFamily="18" charset="0"/>
              <a:cs typeface="Times New Roman" panose="02020603050405020304" pitchFamily="18" charset="0"/>
            </a:endParaRPr>
          </a:p>
          <a:p>
            <a:pPr marL="0" indent="0" algn="l"/>
            <a:r>
              <a:rPr lang="en-US" sz="3313" b="1" dirty="0">
                <a:solidFill>
                  <a:schemeClr val="accent6">
                    <a:lumMod val="75000"/>
                  </a:schemeClr>
                </a:solidFill>
                <a:latin typeface="Times New Roman" panose="02020603050405020304" pitchFamily="18" charset="0"/>
                <a:cs typeface="Times New Roman" panose="02020603050405020304" pitchFamily="18" charset="0"/>
              </a:rPr>
              <a:t> </a:t>
            </a:r>
            <a:br>
              <a:rPr lang="en-US" sz="3313" b="1" dirty="0">
                <a:solidFill>
                  <a:schemeClr val="accent6">
                    <a:lumMod val="75000"/>
                  </a:schemeClr>
                </a:solidFill>
                <a:latin typeface="Times New Roman" panose="02020603050405020304" pitchFamily="18" charset="0"/>
                <a:cs typeface="Times New Roman" panose="02020603050405020304" pitchFamily="18" charset="0"/>
              </a:rPr>
            </a:br>
            <a:endParaRPr lang="en-US" sz="2069" dirty="0">
              <a:latin typeface="Times New Roman" panose="02020603050405020304" pitchFamily="18" charset="0"/>
              <a:cs typeface="Times New Roman" panose="02020603050405020304" pitchFamily="18" charset="0"/>
            </a:endParaRPr>
          </a:p>
          <a:p>
            <a:pPr marL="52581" indent="0" algn="l"/>
            <a:endParaRPr lang="en-US" sz="726" dirty="0">
              <a:latin typeface="Times New Roman" panose="02020603050405020304" pitchFamily="18" charset="0"/>
              <a:cs typeface="Times New Roman" panose="02020603050405020304" pitchFamily="18" charset="0"/>
            </a:endParaRPr>
          </a:p>
        </p:txBody>
      </p:sp>
      <p:cxnSp>
        <p:nvCxnSpPr>
          <p:cNvPr id="8" name="Straight Connector 7">
            <a:extLst>
              <a:ext uri="{FF2B5EF4-FFF2-40B4-BE49-F238E27FC236}">
                <a16:creationId xmlns:a16="http://schemas.microsoft.com/office/drawing/2014/main" id="{D590224B-6DB4-4F5F-8050-E465BAABC648}"/>
              </a:ext>
            </a:extLst>
          </p:cNvPr>
          <p:cNvCxnSpPr/>
          <p:nvPr/>
        </p:nvCxnSpPr>
        <p:spPr>
          <a:xfrm>
            <a:off x="179614" y="1161214"/>
            <a:ext cx="3980018" cy="14560"/>
          </a:xfrm>
          <a:prstGeom prst="line">
            <a:avLst/>
          </a:prstGeom>
          <a:ln>
            <a:solidFill>
              <a:srgbClr val="FA6671"/>
            </a:solidFill>
          </a:ln>
        </p:spPr>
        <p:style>
          <a:lnRef idx="3">
            <a:schemeClr val="accent6"/>
          </a:lnRef>
          <a:fillRef idx="0">
            <a:schemeClr val="accent6"/>
          </a:fillRef>
          <a:effectRef idx="2">
            <a:schemeClr val="accent6"/>
          </a:effectRef>
          <a:fontRef idx="minor">
            <a:schemeClr val="tx1"/>
          </a:fontRef>
        </p:style>
      </p:cxnSp>
      <p:sp>
        <p:nvSpPr>
          <p:cNvPr id="9" name="Slide Number Placeholder 8">
            <a:extLst>
              <a:ext uri="{FF2B5EF4-FFF2-40B4-BE49-F238E27FC236}">
                <a16:creationId xmlns:a16="http://schemas.microsoft.com/office/drawing/2014/main" id="{A0F31BAE-AC97-6217-1E8D-8B0B0B7921E0}"/>
              </a:ext>
            </a:extLst>
          </p:cNvPr>
          <p:cNvSpPr>
            <a:spLocks noGrp="1"/>
          </p:cNvSpPr>
          <p:nvPr>
            <p:ph type="sldNum" idx="12"/>
          </p:nvPr>
        </p:nvSpPr>
        <p:spPr/>
        <p:txBody>
          <a:bodyPr/>
          <a:lstStyle/>
          <a:p>
            <a:fld id="{00000000-1234-1234-1234-123412341234}" type="slidenum">
              <a:rPr lang="en-US" smtClean="0"/>
              <a:pPr/>
              <a:t>25</a:t>
            </a:fld>
            <a:endParaRPr lang="en-US"/>
          </a:p>
        </p:txBody>
      </p:sp>
      <p:sp>
        <p:nvSpPr>
          <p:cNvPr id="32" name="Title 1">
            <a:extLst>
              <a:ext uri="{FF2B5EF4-FFF2-40B4-BE49-F238E27FC236}">
                <a16:creationId xmlns:a16="http://schemas.microsoft.com/office/drawing/2014/main" id="{300142E8-538C-AE92-2A73-841716833054}"/>
              </a:ext>
            </a:extLst>
          </p:cNvPr>
          <p:cNvSpPr>
            <a:spLocks noGrp="1"/>
          </p:cNvSpPr>
          <p:nvPr>
            <p:ph type="ctrTitle"/>
          </p:nvPr>
        </p:nvSpPr>
        <p:spPr>
          <a:xfrm>
            <a:off x="179612" y="1283221"/>
            <a:ext cx="6133958" cy="554802"/>
          </a:xfrm>
        </p:spPr>
        <p:txBody>
          <a:bodyPr/>
          <a:lstStyle/>
          <a:p>
            <a:pPr algn="l"/>
            <a:r>
              <a:rPr lang="en-US" sz="3313" b="1" u="sng" dirty="0">
                <a:solidFill>
                  <a:schemeClr val="tx1"/>
                </a:solidFill>
              </a:rPr>
              <a:t>VGG Results </a:t>
            </a:r>
          </a:p>
        </p:txBody>
      </p:sp>
      <p:sp>
        <p:nvSpPr>
          <p:cNvPr id="33" name="Subtitle 2">
            <a:extLst>
              <a:ext uri="{FF2B5EF4-FFF2-40B4-BE49-F238E27FC236}">
                <a16:creationId xmlns:a16="http://schemas.microsoft.com/office/drawing/2014/main" id="{2A642F1B-9316-47E7-0741-BDE01DA4DF73}"/>
              </a:ext>
            </a:extLst>
          </p:cNvPr>
          <p:cNvSpPr txBox="1">
            <a:spLocks/>
          </p:cNvSpPr>
          <p:nvPr/>
        </p:nvSpPr>
        <p:spPr>
          <a:xfrm>
            <a:off x="92036" y="1793467"/>
            <a:ext cx="11717452" cy="4739661"/>
          </a:xfrm>
          <a:prstGeom prst="rect">
            <a:avLst/>
          </a:prstGeom>
          <a:noFill/>
          <a:ln>
            <a:noFill/>
          </a:ln>
        </p:spPr>
        <p:txBody>
          <a:bodyPr spcFirstLastPara="1" wrap="square" lIns="94627" tIns="47301" rIns="94627" bIns="47301" anchor="t" anchorCtr="0">
            <a:noAutofit/>
          </a:bodyPr>
          <a:lstStyle>
            <a:defPPr marR="0" lvl="0" algn="l" rtl="0">
              <a:lnSpc>
                <a:spcPct val="100000"/>
              </a:lnSpc>
              <a:spcBef>
                <a:spcPts val="0"/>
              </a:spcBef>
              <a:spcAft>
                <a:spcPts val="0"/>
              </a:spcAft>
            </a:defPPr>
            <a:lvl1pPr marL="457200" marR="0" lvl="0" indent="-406400" algn="ctr" rtl="0">
              <a:lnSpc>
                <a:spcPct val="90000"/>
              </a:lnSpc>
              <a:spcBef>
                <a:spcPts val="10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L="914400" marR="0" lvl="1" indent="-381000"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L="1371600" marR="0" lvl="2" indent="-355600"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L="1828800" marR="0" lvl="3"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L="2286000" marR="0" lvl="4"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L="2743200" marR="0" lvl="5"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L="3200400" marR="0" lvl="6"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L="3657600" marR="0" lvl="7"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L="4114800" marR="0" lvl="8"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pPr marL="0" indent="0" algn="just">
              <a:lnSpc>
                <a:spcPct val="100000"/>
              </a:lnSpc>
              <a:spcAft>
                <a:spcPts val="621"/>
              </a:spcAft>
            </a:pPr>
            <a:endParaRPr lang="en-US" sz="1863" dirty="0">
              <a:latin typeface="Times New Roman" panose="02020603050405020304" pitchFamily="18" charset="0"/>
              <a:cs typeface="Times New Roman" panose="02020603050405020304" pitchFamily="18" charset="0"/>
            </a:endParaRPr>
          </a:p>
          <a:p>
            <a:pPr marL="0" indent="0" algn="just">
              <a:lnSpc>
                <a:spcPct val="100000"/>
              </a:lnSpc>
              <a:spcAft>
                <a:spcPts val="621"/>
              </a:spcAft>
            </a:pPr>
            <a:endParaRPr lang="en-US" sz="1863" dirty="0">
              <a:latin typeface="Times New Roman" panose="02020603050405020304" pitchFamily="18" charset="0"/>
              <a:cs typeface="Times New Roman" panose="02020603050405020304" pitchFamily="18" charset="0"/>
            </a:endParaRPr>
          </a:p>
          <a:p>
            <a:pPr marL="0" indent="0" algn="just">
              <a:lnSpc>
                <a:spcPct val="100000"/>
              </a:lnSpc>
              <a:spcAft>
                <a:spcPts val="621"/>
              </a:spcAft>
            </a:pPr>
            <a:r>
              <a:rPr lang="en-US" sz="1863" dirty="0">
                <a:latin typeface="Times New Roman" panose="02020603050405020304" pitchFamily="18" charset="0"/>
                <a:cs typeface="Times New Roman" panose="02020603050405020304" pitchFamily="18" charset="0"/>
              </a:rPr>
              <a:t>. </a:t>
            </a:r>
            <a:endParaRPr lang="en-US" sz="2069" dirty="0"/>
          </a:p>
        </p:txBody>
      </p:sp>
      <p:sp>
        <p:nvSpPr>
          <p:cNvPr id="11" name="Google Shape;211;p19">
            <a:extLst>
              <a:ext uri="{FF2B5EF4-FFF2-40B4-BE49-F238E27FC236}">
                <a16:creationId xmlns:a16="http://schemas.microsoft.com/office/drawing/2014/main" id="{34422662-040E-FDBE-007D-42AAA975596C}"/>
              </a:ext>
            </a:extLst>
          </p:cNvPr>
          <p:cNvSpPr/>
          <p:nvPr/>
        </p:nvSpPr>
        <p:spPr>
          <a:xfrm rot="18279675" flipH="1">
            <a:off x="10230140" y="353388"/>
            <a:ext cx="1183702" cy="1188369"/>
          </a:xfrm>
          <a:prstGeom prst="triangle">
            <a:avLst>
              <a:gd name="adj" fmla="val 50000"/>
            </a:avLst>
          </a:prstGeom>
          <a:solidFill>
            <a:schemeClr val="bg1">
              <a:lumMod val="85000"/>
            </a:schemeClr>
          </a:solidFill>
          <a:ln>
            <a:noFill/>
          </a:ln>
        </p:spPr>
        <p:txBody>
          <a:bodyPr spcFirstLastPara="1" wrap="square" lIns="94627" tIns="47301" rIns="94627" bIns="47301" anchor="ctr" anchorCtr="0">
            <a:noAutofit/>
          </a:bodyPr>
          <a:lstStyle/>
          <a:p>
            <a:pPr algn="ctr"/>
            <a:endParaRPr sz="1863">
              <a:solidFill>
                <a:schemeClr val="lt1"/>
              </a:solidFill>
              <a:latin typeface="Calibri"/>
              <a:ea typeface="Calibri"/>
              <a:cs typeface="Calibri"/>
              <a:sym typeface="Calibri"/>
            </a:endParaRPr>
          </a:p>
        </p:txBody>
      </p:sp>
      <p:sp>
        <p:nvSpPr>
          <p:cNvPr id="12" name="Google Shape;212;p19">
            <a:extLst>
              <a:ext uri="{FF2B5EF4-FFF2-40B4-BE49-F238E27FC236}">
                <a16:creationId xmlns:a16="http://schemas.microsoft.com/office/drawing/2014/main" id="{009592B4-7256-9624-5611-87DFC378F044}"/>
              </a:ext>
            </a:extLst>
          </p:cNvPr>
          <p:cNvSpPr/>
          <p:nvPr/>
        </p:nvSpPr>
        <p:spPr>
          <a:xfrm rot="13887929" flipH="1">
            <a:off x="10794650" y="227676"/>
            <a:ext cx="1095806" cy="909346"/>
          </a:xfrm>
          <a:prstGeom prst="triangle">
            <a:avLst>
              <a:gd name="adj" fmla="val 50000"/>
            </a:avLst>
          </a:prstGeom>
          <a:solidFill>
            <a:srgbClr val="FA6671"/>
          </a:solidFill>
          <a:ln>
            <a:noFill/>
          </a:ln>
        </p:spPr>
        <p:txBody>
          <a:bodyPr spcFirstLastPara="1" wrap="square" lIns="94627" tIns="47301" rIns="94627" bIns="47301" anchor="ctr" anchorCtr="0">
            <a:noAutofit/>
          </a:bodyPr>
          <a:lstStyle/>
          <a:p>
            <a:pPr algn="ctr"/>
            <a:endParaRPr sz="1863" dirty="0">
              <a:solidFill>
                <a:schemeClr val="lt1"/>
              </a:solidFill>
              <a:latin typeface="Calibri"/>
              <a:ea typeface="Calibri"/>
              <a:cs typeface="Calibri"/>
              <a:sym typeface="Calibri"/>
            </a:endParaRPr>
          </a:p>
        </p:txBody>
      </p:sp>
      <p:graphicFrame>
        <p:nvGraphicFramePr>
          <p:cNvPr id="13" name="Table 6">
            <a:extLst>
              <a:ext uri="{FF2B5EF4-FFF2-40B4-BE49-F238E27FC236}">
                <a16:creationId xmlns:a16="http://schemas.microsoft.com/office/drawing/2014/main" id="{89582452-3037-F5D6-E6B2-4BC64F1B6F32}"/>
              </a:ext>
            </a:extLst>
          </p:cNvPr>
          <p:cNvGraphicFramePr>
            <a:graphicFrameLocks noGrp="1"/>
          </p:cNvGraphicFramePr>
          <p:nvPr/>
        </p:nvGraphicFramePr>
        <p:xfrm>
          <a:off x="681661" y="2274771"/>
          <a:ext cx="10538201" cy="2065981"/>
        </p:xfrm>
        <a:graphic>
          <a:graphicData uri="http://schemas.openxmlformats.org/drawingml/2006/table">
            <a:tbl>
              <a:tblPr firstRow="1" bandRow="1">
                <a:tableStyleId>{5C22544A-7EE6-4342-B048-85BDC9FD1C3A}</a:tableStyleId>
              </a:tblPr>
              <a:tblGrid>
                <a:gridCol w="3294674">
                  <a:extLst>
                    <a:ext uri="{9D8B030D-6E8A-4147-A177-3AD203B41FA5}">
                      <a16:colId xmlns:a16="http://schemas.microsoft.com/office/drawing/2014/main" val="20000"/>
                    </a:ext>
                  </a:extLst>
                </a:gridCol>
                <a:gridCol w="1354371">
                  <a:extLst>
                    <a:ext uri="{9D8B030D-6E8A-4147-A177-3AD203B41FA5}">
                      <a16:colId xmlns:a16="http://schemas.microsoft.com/office/drawing/2014/main" val="3674087195"/>
                    </a:ext>
                  </a:extLst>
                </a:gridCol>
                <a:gridCol w="1664409">
                  <a:extLst>
                    <a:ext uri="{9D8B030D-6E8A-4147-A177-3AD203B41FA5}">
                      <a16:colId xmlns:a16="http://schemas.microsoft.com/office/drawing/2014/main" val="3586536515"/>
                    </a:ext>
                  </a:extLst>
                </a:gridCol>
                <a:gridCol w="1403323">
                  <a:extLst>
                    <a:ext uri="{9D8B030D-6E8A-4147-A177-3AD203B41FA5}">
                      <a16:colId xmlns:a16="http://schemas.microsoft.com/office/drawing/2014/main" val="806167050"/>
                    </a:ext>
                  </a:extLst>
                </a:gridCol>
                <a:gridCol w="1501231">
                  <a:extLst>
                    <a:ext uri="{9D8B030D-6E8A-4147-A177-3AD203B41FA5}">
                      <a16:colId xmlns:a16="http://schemas.microsoft.com/office/drawing/2014/main" val="612276904"/>
                    </a:ext>
                  </a:extLst>
                </a:gridCol>
                <a:gridCol w="1320193">
                  <a:extLst>
                    <a:ext uri="{9D8B030D-6E8A-4147-A177-3AD203B41FA5}">
                      <a16:colId xmlns:a16="http://schemas.microsoft.com/office/drawing/2014/main" val="3489556616"/>
                    </a:ext>
                  </a:extLst>
                </a:gridCol>
              </a:tblGrid>
              <a:tr h="691179">
                <a:tc>
                  <a:txBody>
                    <a:bodyPr/>
                    <a:lstStyle/>
                    <a:p>
                      <a:pPr algn="ctr"/>
                      <a:r>
                        <a:rPr lang="en-US" sz="1900" b="1" dirty="0">
                          <a:latin typeface="Times New Roman" panose="02020603050405020304" pitchFamily="18" charset="0"/>
                          <a:cs typeface="Times New Roman" panose="02020603050405020304" pitchFamily="18" charset="0"/>
                        </a:rPr>
                        <a:t>Influencing Factors</a:t>
                      </a:r>
                    </a:p>
                  </a:txBody>
                  <a:tcPr marL="94643" marR="94643" marT="47321" marB="47321">
                    <a:solidFill>
                      <a:srgbClr val="FA6671"/>
                    </a:solidFill>
                  </a:tcPr>
                </a:tc>
                <a:tc>
                  <a:txBody>
                    <a:bodyPr/>
                    <a:lstStyle/>
                    <a:p>
                      <a:pPr algn="ctr"/>
                      <a:r>
                        <a:rPr lang="en-US" sz="1900" b="1" dirty="0">
                          <a:latin typeface="Times New Roman" panose="02020603050405020304" pitchFamily="18" charset="0"/>
                          <a:cs typeface="Times New Roman" panose="02020603050405020304" pitchFamily="18" charset="0"/>
                        </a:rPr>
                        <a:t>Trial 1</a:t>
                      </a:r>
                    </a:p>
                  </a:txBody>
                  <a:tcPr marL="94643" marR="94643" marT="47321" marB="47321">
                    <a:solidFill>
                      <a:srgbClr val="FA667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900" b="1" dirty="0">
                          <a:latin typeface="Times New Roman" panose="02020603050405020304" pitchFamily="18" charset="0"/>
                          <a:cs typeface="Times New Roman" panose="02020603050405020304" pitchFamily="18" charset="0"/>
                        </a:rPr>
                        <a:t>Trial 2</a:t>
                      </a:r>
                    </a:p>
                    <a:p>
                      <a:pPr algn="ctr"/>
                      <a:endParaRPr lang="en-US" sz="1900" b="1" dirty="0">
                        <a:latin typeface="Times New Roman" panose="02020603050405020304" pitchFamily="18" charset="0"/>
                        <a:cs typeface="Times New Roman" panose="02020603050405020304" pitchFamily="18" charset="0"/>
                      </a:endParaRPr>
                    </a:p>
                  </a:txBody>
                  <a:tcPr marL="94643" marR="94643" marT="47321" marB="47321">
                    <a:solidFill>
                      <a:srgbClr val="FA667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900" b="1" dirty="0">
                          <a:latin typeface="Times New Roman" panose="02020603050405020304" pitchFamily="18" charset="0"/>
                          <a:cs typeface="Times New Roman" panose="02020603050405020304" pitchFamily="18" charset="0"/>
                        </a:rPr>
                        <a:t>Trial 3</a:t>
                      </a:r>
                    </a:p>
                    <a:p>
                      <a:pPr algn="ctr"/>
                      <a:endParaRPr lang="en-US" sz="1900" b="1" dirty="0">
                        <a:latin typeface="Times New Roman" panose="02020603050405020304" pitchFamily="18" charset="0"/>
                        <a:cs typeface="Times New Roman" panose="02020603050405020304" pitchFamily="18" charset="0"/>
                      </a:endParaRPr>
                    </a:p>
                  </a:txBody>
                  <a:tcPr marL="94643" marR="94643" marT="47321" marB="47321">
                    <a:solidFill>
                      <a:srgbClr val="FA667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900" b="1" dirty="0">
                          <a:latin typeface="Times New Roman" panose="02020603050405020304" pitchFamily="18" charset="0"/>
                          <a:cs typeface="Times New Roman" panose="02020603050405020304" pitchFamily="18" charset="0"/>
                        </a:rPr>
                        <a:t>Trial 4</a:t>
                      </a:r>
                    </a:p>
                    <a:p>
                      <a:pPr algn="ctr"/>
                      <a:endParaRPr lang="en-US" sz="1900" b="1" dirty="0">
                        <a:latin typeface="Times New Roman" panose="02020603050405020304" pitchFamily="18" charset="0"/>
                        <a:cs typeface="Times New Roman" panose="02020603050405020304" pitchFamily="18" charset="0"/>
                      </a:endParaRPr>
                    </a:p>
                  </a:txBody>
                  <a:tcPr marL="94643" marR="94643" marT="47321" marB="47321">
                    <a:solidFill>
                      <a:srgbClr val="FA6671"/>
                    </a:solidFill>
                  </a:tcPr>
                </a:tc>
                <a:tc>
                  <a:txBody>
                    <a:bodyPr/>
                    <a:lstStyle/>
                    <a:p>
                      <a:pPr algn="ctr"/>
                      <a:r>
                        <a:rPr lang="en-US" sz="1900" b="1" dirty="0">
                          <a:latin typeface="Times New Roman" panose="02020603050405020304" pitchFamily="18" charset="0"/>
                          <a:cs typeface="Times New Roman" panose="02020603050405020304" pitchFamily="18" charset="0"/>
                        </a:rPr>
                        <a:t>Average </a:t>
                      </a:r>
                    </a:p>
                    <a:p>
                      <a:pPr algn="ctr"/>
                      <a:r>
                        <a:rPr lang="en-US" sz="1900" b="1" dirty="0">
                          <a:latin typeface="Times New Roman" panose="02020603050405020304" pitchFamily="18" charset="0"/>
                          <a:cs typeface="Times New Roman" panose="02020603050405020304" pitchFamily="18" charset="0"/>
                        </a:rPr>
                        <a:t>Accuracy</a:t>
                      </a:r>
                    </a:p>
                  </a:txBody>
                  <a:tcPr marL="94643" marR="94643" marT="47321" marB="47321">
                    <a:solidFill>
                      <a:srgbClr val="FA6671"/>
                    </a:solidFill>
                  </a:tcPr>
                </a:tc>
                <a:extLst>
                  <a:ext uri="{0D108BD9-81ED-4DB2-BD59-A6C34878D82A}">
                    <a16:rowId xmlns:a16="http://schemas.microsoft.com/office/drawing/2014/main" val="967428072"/>
                  </a:ext>
                </a:extLst>
              </a:tr>
              <a:tr h="994418">
                <a:tc>
                  <a:txBody>
                    <a:bodyPr/>
                    <a:lstStyle/>
                    <a:p>
                      <a:pPr marL="285750" indent="-285750" algn="l">
                        <a:buFontTx/>
                        <a:buChar char="-"/>
                      </a:pPr>
                      <a:r>
                        <a:rPr lang="en-US" sz="1400" b="1" i="0" u="none" strike="noStrike" cap="none" dirty="0">
                          <a:solidFill>
                            <a:schemeClr val="dk1"/>
                          </a:solidFill>
                          <a:effectLst/>
                          <a:latin typeface="+mn-lt"/>
                          <a:ea typeface="+mn-ea"/>
                          <a:cs typeface="+mn-cs"/>
                          <a:sym typeface="Arial"/>
                        </a:rPr>
                        <a:t>Change batch size to 64.</a:t>
                      </a:r>
                    </a:p>
                    <a:p>
                      <a:pPr marL="285750" indent="-285750" algn="l">
                        <a:buFontTx/>
                        <a:buChar char="-"/>
                      </a:pPr>
                      <a:r>
                        <a:rPr lang="en-US" sz="1400" b="1" i="0" u="none" strike="noStrike" cap="none" dirty="0">
                          <a:solidFill>
                            <a:schemeClr val="dk1"/>
                          </a:solidFill>
                          <a:effectLst/>
                          <a:latin typeface="+mn-lt"/>
                          <a:ea typeface="+mn-ea"/>
                          <a:cs typeface="+mn-cs"/>
                          <a:sym typeface="Arial"/>
                        </a:rPr>
                        <a:t>Used nu of epoch = 200.</a:t>
                      </a:r>
                    </a:p>
                    <a:p>
                      <a:pPr marL="285750" indent="-285750" algn="l">
                        <a:buFontTx/>
                        <a:buChar char="-"/>
                      </a:pPr>
                      <a:r>
                        <a:rPr lang="en-US" sz="1400" b="1" i="0" u="none" strike="noStrike" cap="none" dirty="0">
                          <a:solidFill>
                            <a:schemeClr val="dk1"/>
                          </a:solidFill>
                          <a:effectLst/>
                          <a:latin typeface="+mn-lt"/>
                          <a:ea typeface="+mn-ea"/>
                          <a:cs typeface="+mn-cs"/>
                          <a:sym typeface="Arial"/>
                        </a:rPr>
                        <a:t>Kernal size = 32 </a:t>
                      </a:r>
                    </a:p>
                    <a:p>
                      <a:pPr marL="285750" indent="-285750" algn="l">
                        <a:buFontTx/>
                        <a:buChar char="-"/>
                      </a:pPr>
                      <a:r>
                        <a:rPr lang="en-US" sz="1400" b="1" i="0" u="none" strike="noStrike" cap="none" dirty="0">
                          <a:solidFill>
                            <a:schemeClr val="dk1"/>
                          </a:solidFill>
                          <a:effectLst/>
                          <a:latin typeface="+mn-lt"/>
                          <a:ea typeface="+mn-ea"/>
                          <a:cs typeface="+mn-cs"/>
                          <a:sym typeface="Arial"/>
                        </a:rPr>
                        <a:t>Lr = 3e-4</a:t>
                      </a:r>
                    </a:p>
                    <a:p>
                      <a:pPr marL="285750" indent="-285750" algn="ctr">
                        <a:buFontTx/>
                        <a:buChar char="-"/>
                      </a:pPr>
                      <a:endParaRPr lang="en-US" sz="1400" b="1" i="0" u="none" strike="noStrike" cap="none" dirty="0">
                        <a:solidFill>
                          <a:schemeClr val="dk1"/>
                        </a:solidFill>
                        <a:effectLst/>
                        <a:latin typeface="+mn-lt"/>
                        <a:ea typeface="+mn-ea"/>
                        <a:cs typeface="+mn-cs"/>
                        <a:sym typeface="Arial"/>
                      </a:endParaRPr>
                    </a:p>
                    <a:p>
                      <a:pPr algn="ctr"/>
                      <a:r>
                        <a:rPr lang="en-US" sz="1400" b="1" i="0" u="none" strike="noStrike" cap="none" dirty="0">
                          <a:solidFill>
                            <a:schemeClr val="dk1"/>
                          </a:solidFill>
                          <a:effectLst/>
                          <a:latin typeface="+mn-lt"/>
                          <a:ea typeface="+mn-ea"/>
                          <a:cs typeface="+mn-cs"/>
                          <a:sym typeface="Arial"/>
                        </a:rPr>
                        <a:t>-</a:t>
                      </a:r>
                      <a:endParaRPr lang="en-US" sz="1400" b="1" dirty="0">
                        <a:latin typeface="Times New Roman" panose="02020603050405020304" pitchFamily="18" charset="0"/>
                        <a:cs typeface="Times New Roman" panose="02020603050405020304" pitchFamily="18" charset="0"/>
                      </a:endParaRPr>
                    </a:p>
                  </a:txBody>
                  <a:tcPr marL="94643" marR="94643" marT="47321" marB="47321">
                    <a:solidFill>
                      <a:schemeClr val="bg1">
                        <a:lumMod val="85000"/>
                      </a:schemeClr>
                    </a:solidFill>
                  </a:tcPr>
                </a:tc>
                <a:tc>
                  <a:txBody>
                    <a:bodyPr/>
                    <a:lstStyle/>
                    <a:p>
                      <a:pPr algn="ctr"/>
                      <a:r>
                        <a:rPr lang="en-US" sz="2100" b="1" dirty="0">
                          <a:latin typeface="Times New Roman" panose="02020603050405020304" pitchFamily="18" charset="0"/>
                          <a:cs typeface="Times New Roman" panose="02020603050405020304" pitchFamily="18" charset="0"/>
                        </a:rPr>
                        <a:t>63.0</a:t>
                      </a:r>
                    </a:p>
                  </a:txBody>
                  <a:tcPr marL="94643" marR="94643" marT="47321" marB="47321">
                    <a:solidFill>
                      <a:schemeClr val="bg1">
                        <a:lumMod val="85000"/>
                      </a:schemeClr>
                    </a:solidFill>
                  </a:tcPr>
                </a:tc>
                <a:tc>
                  <a:txBody>
                    <a:bodyPr/>
                    <a:lstStyle/>
                    <a:p>
                      <a:pPr algn="ctr"/>
                      <a:r>
                        <a:rPr lang="en-US" sz="2100" b="1" dirty="0">
                          <a:latin typeface="Times New Roman" panose="02020603050405020304" pitchFamily="18" charset="0"/>
                          <a:cs typeface="Times New Roman" panose="02020603050405020304" pitchFamily="18" charset="0"/>
                        </a:rPr>
                        <a:t>92.0</a:t>
                      </a:r>
                    </a:p>
                  </a:txBody>
                  <a:tcPr marL="94643" marR="94643" marT="47321" marB="47321">
                    <a:solidFill>
                      <a:schemeClr val="bg1">
                        <a:lumMod val="85000"/>
                      </a:schemeClr>
                    </a:solidFill>
                  </a:tcPr>
                </a:tc>
                <a:tc>
                  <a:txBody>
                    <a:bodyPr/>
                    <a:lstStyle/>
                    <a:p>
                      <a:pPr algn="ctr"/>
                      <a:r>
                        <a:rPr lang="en-US" sz="2100" b="1" dirty="0">
                          <a:latin typeface="Times New Roman" panose="02020603050405020304" pitchFamily="18" charset="0"/>
                          <a:cs typeface="Times New Roman" panose="02020603050405020304" pitchFamily="18" charset="0"/>
                        </a:rPr>
                        <a:t>86.333</a:t>
                      </a:r>
                    </a:p>
                  </a:txBody>
                  <a:tcPr marL="94643" marR="94643" marT="47321" marB="47321">
                    <a:solidFill>
                      <a:schemeClr val="bg1">
                        <a:lumMod val="85000"/>
                      </a:schemeClr>
                    </a:solidFill>
                  </a:tcPr>
                </a:tc>
                <a:tc>
                  <a:txBody>
                    <a:bodyPr/>
                    <a:lstStyle/>
                    <a:p>
                      <a:pPr algn="ctr"/>
                      <a:r>
                        <a:rPr lang="en-US" sz="2100" b="1" dirty="0">
                          <a:latin typeface="Times New Roman" panose="02020603050405020304" pitchFamily="18" charset="0"/>
                          <a:cs typeface="Times New Roman" panose="02020603050405020304" pitchFamily="18" charset="0"/>
                        </a:rPr>
                        <a:t>90.3</a:t>
                      </a:r>
                    </a:p>
                  </a:txBody>
                  <a:tcPr marL="94643" marR="94643" marT="47321" marB="47321">
                    <a:solidFill>
                      <a:schemeClr val="bg1">
                        <a:lumMod val="85000"/>
                      </a:schemeClr>
                    </a:solidFill>
                  </a:tcPr>
                </a:tc>
                <a:tc>
                  <a:txBody>
                    <a:bodyPr/>
                    <a:lstStyle/>
                    <a:p>
                      <a:pPr algn="ctr"/>
                      <a:r>
                        <a:rPr lang="en-US" sz="2400" b="1" dirty="0">
                          <a:solidFill>
                            <a:srgbClr val="FA6671"/>
                          </a:solidFill>
                          <a:latin typeface="Times New Roman" panose="02020603050405020304" pitchFamily="18" charset="0"/>
                          <a:cs typeface="Times New Roman" panose="02020603050405020304" pitchFamily="18" charset="0"/>
                        </a:rPr>
                        <a:t>82.91%</a:t>
                      </a:r>
                    </a:p>
                  </a:txBody>
                  <a:tcPr marL="94643" marR="94643" marT="47321" marB="47321">
                    <a:solidFill>
                      <a:schemeClr val="bg1">
                        <a:lumMod val="85000"/>
                      </a:schemeClr>
                    </a:solidFill>
                  </a:tcPr>
                </a:tc>
                <a:extLst>
                  <a:ext uri="{0D108BD9-81ED-4DB2-BD59-A6C34878D82A}">
                    <a16:rowId xmlns:a16="http://schemas.microsoft.com/office/drawing/2014/main" val="1485063463"/>
                  </a:ext>
                </a:extLst>
              </a:tr>
            </a:tbl>
          </a:graphicData>
        </a:graphic>
      </p:graphicFrame>
    </p:spTree>
    <p:extLst>
      <p:ext uri="{BB962C8B-B14F-4D97-AF65-F5344CB8AC3E}">
        <p14:creationId xmlns:p14="http://schemas.microsoft.com/office/powerpoint/2010/main" val="2793273924"/>
      </p:ext>
    </p:extLst>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96DE0336-FE28-E1E4-E684-8C28A5217D4A}"/>
              </a:ext>
            </a:extLst>
          </p:cNvPr>
          <p:cNvSpPr>
            <a:spLocks noGrp="1"/>
          </p:cNvSpPr>
          <p:nvPr>
            <p:ph type="subTitle" idx="1"/>
          </p:nvPr>
        </p:nvSpPr>
        <p:spPr>
          <a:xfrm>
            <a:off x="179615" y="-120103"/>
            <a:ext cx="7600543" cy="5882412"/>
          </a:xfrm>
        </p:spPr>
        <p:txBody>
          <a:bodyPr/>
          <a:lstStyle/>
          <a:p>
            <a:pPr algn="l"/>
            <a:endParaRPr lang="en-US" sz="2898" b="1" dirty="0">
              <a:solidFill>
                <a:schemeClr val="accent6">
                  <a:lumMod val="50000"/>
                </a:schemeClr>
              </a:solidFill>
              <a:latin typeface="Times New Roman" panose="02020603050405020304" pitchFamily="18" charset="0"/>
              <a:cs typeface="Times New Roman" panose="02020603050405020304" pitchFamily="18" charset="0"/>
            </a:endParaRPr>
          </a:p>
          <a:p>
            <a:pPr marL="0" indent="0" algn="l"/>
            <a:r>
              <a:rPr lang="en-US" sz="3313" b="1" dirty="0">
                <a:solidFill>
                  <a:srgbClr val="FA6671"/>
                </a:solidFill>
                <a:latin typeface="Times New Roman" panose="02020603050405020304" pitchFamily="18" charset="0"/>
                <a:cs typeface="Times New Roman" panose="02020603050405020304" pitchFamily="18" charset="0"/>
              </a:rPr>
              <a:t>Experimental Result </a:t>
            </a:r>
            <a:r>
              <a:rPr lang="en-US" sz="2400" b="1" dirty="0">
                <a:solidFill>
                  <a:schemeClr val="tx1"/>
                </a:solidFill>
                <a:latin typeface="Times New Roman" panose="02020603050405020304" pitchFamily="18" charset="0"/>
                <a:cs typeface="Times New Roman" panose="02020603050405020304" pitchFamily="18" charset="0"/>
              </a:rPr>
              <a:t>(After inserting new Data)</a:t>
            </a:r>
            <a:endParaRPr lang="en-US" sz="3313" b="1" dirty="0">
              <a:solidFill>
                <a:schemeClr val="tx1"/>
              </a:solidFill>
              <a:latin typeface="Times New Roman" panose="02020603050405020304" pitchFamily="18" charset="0"/>
              <a:cs typeface="Times New Roman" panose="02020603050405020304" pitchFamily="18" charset="0"/>
            </a:endParaRPr>
          </a:p>
          <a:p>
            <a:pPr marL="0" indent="0" algn="l"/>
            <a:r>
              <a:rPr lang="en-US" sz="3313" b="1" dirty="0">
                <a:solidFill>
                  <a:schemeClr val="accent6">
                    <a:lumMod val="75000"/>
                  </a:schemeClr>
                </a:solidFill>
                <a:latin typeface="Times New Roman" panose="02020603050405020304" pitchFamily="18" charset="0"/>
                <a:cs typeface="Times New Roman" panose="02020603050405020304" pitchFamily="18" charset="0"/>
              </a:rPr>
              <a:t> </a:t>
            </a:r>
            <a:br>
              <a:rPr lang="en-US" sz="3313" b="1" dirty="0">
                <a:solidFill>
                  <a:schemeClr val="accent6">
                    <a:lumMod val="75000"/>
                  </a:schemeClr>
                </a:solidFill>
                <a:latin typeface="Times New Roman" panose="02020603050405020304" pitchFamily="18" charset="0"/>
                <a:cs typeface="Times New Roman" panose="02020603050405020304" pitchFamily="18" charset="0"/>
              </a:rPr>
            </a:br>
            <a:endParaRPr lang="en-US" sz="2069" dirty="0">
              <a:latin typeface="Times New Roman" panose="02020603050405020304" pitchFamily="18" charset="0"/>
              <a:cs typeface="Times New Roman" panose="02020603050405020304" pitchFamily="18" charset="0"/>
            </a:endParaRPr>
          </a:p>
          <a:p>
            <a:pPr marL="52581" indent="0" algn="l"/>
            <a:endParaRPr lang="en-US" sz="726" dirty="0">
              <a:latin typeface="Times New Roman" panose="02020603050405020304" pitchFamily="18" charset="0"/>
              <a:cs typeface="Times New Roman" panose="02020603050405020304" pitchFamily="18" charset="0"/>
            </a:endParaRPr>
          </a:p>
        </p:txBody>
      </p:sp>
      <p:cxnSp>
        <p:nvCxnSpPr>
          <p:cNvPr id="8" name="Straight Connector 7">
            <a:extLst>
              <a:ext uri="{FF2B5EF4-FFF2-40B4-BE49-F238E27FC236}">
                <a16:creationId xmlns:a16="http://schemas.microsoft.com/office/drawing/2014/main" id="{D590224B-6DB4-4F5F-8050-E465BAABC648}"/>
              </a:ext>
            </a:extLst>
          </p:cNvPr>
          <p:cNvCxnSpPr/>
          <p:nvPr/>
        </p:nvCxnSpPr>
        <p:spPr>
          <a:xfrm>
            <a:off x="179614" y="1161214"/>
            <a:ext cx="3980018" cy="14560"/>
          </a:xfrm>
          <a:prstGeom prst="line">
            <a:avLst/>
          </a:prstGeom>
          <a:ln>
            <a:solidFill>
              <a:srgbClr val="FA6671"/>
            </a:solidFill>
          </a:ln>
        </p:spPr>
        <p:style>
          <a:lnRef idx="3">
            <a:schemeClr val="accent6"/>
          </a:lnRef>
          <a:fillRef idx="0">
            <a:schemeClr val="accent6"/>
          </a:fillRef>
          <a:effectRef idx="2">
            <a:schemeClr val="accent6"/>
          </a:effectRef>
          <a:fontRef idx="minor">
            <a:schemeClr val="tx1"/>
          </a:fontRef>
        </p:style>
      </p:cxnSp>
      <p:sp>
        <p:nvSpPr>
          <p:cNvPr id="9" name="Slide Number Placeholder 8">
            <a:extLst>
              <a:ext uri="{FF2B5EF4-FFF2-40B4-BE49-F238E27FC236}">
                <a16:creationId xmlns:a16="http://schemas.microsoft.com/office/drawing/2014/main" id="{A0F31BAE-AC97-6217-1E8D-8B0B0B7921E0}"/>
              </a:ext>
            </a:extLst>
          </p:cNvPr>
          <p:cNvSpPr>
            <a:spLocks noGrp="1"/>
          </p:cNvSpPr>
          <p:nvPr>
            <p:ph type="sldNum" idx="12"/>
          </p:nvPr>
        </p:nvSpPr>
        <p:spPr/>
        <p:txBody>
          <a:bodyPr/>
          <a:lstStyle/>
          <a:p>
            <a:fld id="{00000000-1234-1234-1234-123412341234}" type="slidenum">
              <a:rPr lang="en-US" smtClean="0"/>
              <a:pPr/>
              <a:t>26</a:t>
            </a:fld>
            <a:endParaRPr lang="en-US"/>
          </a:p>
        </p:txBody>
      </p:sp>
      <p:sp>
        <p:nvSpPr>
          <p:cNvPr id="32" name="Title 1">
            <a:extLst>
              <a:ext uri="{FF2B5EF4-FFF2-40B4-BE49-F238E27FC236}">
                <a16:creationId xmlns:a16="http://schemas.microsoft.com/office/drawing/2014/main" id="{300142E8-538C-AE92-2A73-841716833054}"/>
              </a:ext>
            </a:extLst>
          </p:cNvPr>
          <p:cNvSpPr>
            <a:spLocks noGrp="1"/>
          </p:cNvSpPr>
          <p:nvPr>
            <p:ph type="ctrTitle"/>
          </p:nvPr>
        </p:nvSpPr>
        <p:spPr>
          <a:xfrm>
            <a:off x="179612" y="1283221"/>
            <a:ext cx="6133958" cy="554802"/>
          </a:xfrm>
        </p:spPr>
        <p:txBody>
          <a:bodyPr/>
          <a:lstStyle/>
          <a:p>
            <a:pPr algn="l"/>
            <a:r>
              <a:rPr lang="en-US" sz="3313" b="1" u="sng" dirty="0">
                <a:solidFill>
                  <a:schemeClr val="tx1"/>
                </a:solidFill>
              </a:rPr>
              <a:t>Resnet-18 Results </a:t>
            </a:r>
          </a:p>
        </p:txBody>
      </p:sp>
      <p:sp>
        <p:nvSpPr>
          <p:cNvPr id="33" name="Subtitle 2">
            <a:extLst>
              <a:ext uri="{FF2B5EF4-FFF2-40B4-BE49-F238E27FC236}">
                <a16:creationId xmlns:a16="http://schemas.microsoft.com/office/drawing/2014/main" id="{2A642F1B-9316-47E7-0741-BDE01DA4DF73}"/>
              </a:ext>
            </a:extLst>
          </p:cNvPr>
          <p:cNvSpPr txBox="1">
            <a:spLocks/>
          </p:cNvSpPr>
          <p:nvPr/>
        </p:nvSpPr>
        <p:spPr>
          <a:xfrm>
            <a:off x="92036" y="1793467"/>
            <a:ext cx="11717452" cy="4739661"/>
          </a:xfrm>
          <a:prstGeom prst="rect">
            <a:avLst/>
          </a:prstGeom>
          <a:noFill/>
          <a:ln>
            <a:noFill/>
          </a:ln>
        </p:spPr>
        <p:txBody>
          <a:bodyPr spcFirstLastPara="1" wrap="square" lIns="94627" tIns="47301" rIns="94627" bIns="47301" anchor="t" anchorCtr="0">
            <a:noAutofit/>
          </a:bodyPr>
          <a:lstStyle>
            <a:defPPr marR="0" lvl="0" algn="l" rtl="0">
              <a:lnSpc>
                <a:spcPct val="100000"/>
              </a:lnSpc>
              <a:spcBef>
                <a:spcPts val="0"/>
              </a:spcBef>
              <a:spcAft>
                <a:spcPts val="0"/>
              </a:spcAft>
            </a:defPPr>
            <a:lvl1pPr marL="457200" marR="0" lvl="0" indent="-406400" algn="ctr" rtl="0">
              <a:lnSpc>
                <a:spcPct val="90000"/>
              </a:lnSpc>
              <a:spcBef>
                <a:spcPts val="10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L="914400" marR="0" lvl="1" indent="-381000"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L="1371600" marR="0" lvl="2" indent="-355600"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L="1828800" marR="0" lvl="3"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L="2286000" marR="0" lvl="4"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L="2743200" marR="0" lvl="5"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L="3200400" marR="0" lvl="6"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L="3657600" marR="0" lvl="7"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L="4114800" marR="0" lvl="8"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pPr marL="0" indent="0" algn="just">
              <a:lnSpc>
                <a:spcPct val="100000"/>
              </a:lnSpc>
              <a:spcAft>
                <a:spcPts val="621"/>
              </a:spcAft>
            </a:pPr>
            <a:endParaRPr lang="en-US" sz="1863" dirty="0">
              <a:latin typeface="Times New Roman" panose="02020603050405020304" pitchFamily="18" charset="0"/>
              <a:cs typeface="Times New Roman" panose="02020603050405020304" pitchFamily="18" charset="0"/>
            </a:endParaRPr>
          </a:p>
          <a:p>
            <a:pPr marL="0" indent="0" algn="just">
              <a:lnSpc>
                <a:spcPct val="100000"/>
              </a:lnSpc>
              <a:spcAft>
                <a:spcPts val="621"/>
              </a:spcAft>
            </a:pPr>
            <a:endParaRPr lang="en-US" sz="1863" dirty="0">
              <a:latin typeface="Times New Roman" panose="02020603050405020304" pitchFamily="18" charset="0"/>
              <a:cs typeface="Times New Roman" panose="02020603050405020304" pitchFamily="18" charset="0"/>
            </a:endParaRPr>
          </a:p>
          <a:p>
            <a:pPr marL="0" indent="0" algn="just">
              <a:lnSpc>
                <a:spcPct val="100000"/>
              </a:lnSpc>
              <a:spcAft>
                <a:spcPts val="621"/>
              </a:spcAft>
            </a:pPr>
            <a:r>
              <a:rPr lang="en-US" sz="1863" dirty="0">
                <a:latin typeface="Times New Roman" panose="02020603050405020304" pitchFamily="18" charset="0"/>
                <a:cs typeface="Times New Roman" panose="02020603050405020304" pitchFamily="18" charset="0"/>
              </a:rPr>
              <a:t> </a:t>
            </a:r>
            <a:endParaRPr lang="en-US" sz="2069" dirty="0"/>
          </a:p>
        </p:txBody>
      </p:sp>
      <p:sp>
        <p:nvSpPr>
          <p:cNvPr id="11" name="Google Shape;211;p19">
            <a:extLst>
              <a:ext uri="{FF2B5EF4-FFF2-40B4-BE49-F238E27FC236}">
                <a16:creationId xmlns:a16="http://schemas.microsoft.com/office/drawing/2014/main" id="{34422662-040E-FDBE-007D-42AAA975596C}"/>
              </a:ext>
            </a:extLst>
          </p:cNvPr>
          <p:cNvSpPr/>
          <p:nvPr/>
        </p:nvSpPr>
        <p:spPr>
          <a:xfrm rot="18279675" flipH="1">
            <a:off x="10230140" y="353388"/>
            <a:ext cx="1183702" cy="1188369"/>
          </a:xfrm>
          <a:prstGeom prst="triangle">
            <a:avLst>
              <a:gd name="adj" fmla="val 50000"/>
            </a:avLst>
          </a:prstGeom>
          <a:solidFill>
            <a:schemeClr val="bg1">
              <a:lumMod val="85000"/>
            </a:schemeClr>
          </a:solidFill>
          <a:ln>
            <a:noFill/>
          </a:ln>
        </p:spPr>
        <p:txBody>
          <a:bodyPr spcFirstLastPara="1" wrap="square" lIns="94627" tIns="47301" rIns="94627" bIns="47301" anchor="ctr" anchorCtr="0">
            <a:noAutofit/>
          </a:bodyPr>
          <a:lstStyle/>
          <a:p>
            <a:pPr algn="ctr"/>
            <a:endParaRPr sz="1863">
              <a:solidFill>
                <a:schemeClr val="lt1"/>
              </a:solidFill>
              <a:latin typeface="Calibri"/>
              <a:ea typeface="Calibri"/>
              <a:cs typeface="Calibri"/>
              <a:sym typeface="Calibri"/>
            </a:endParaRPr>
          </a:p>
        </p:txBody>
      </p:sp>
      <p:sp>
        <p:nvSpPr>
          <p:cNvPr id="12" name="Google Shape;212;p19">
            <a:extLst>
              <a:ext uri="{FF2B5EF4-FFF2-40B4-BE49-F238E27FC236}">
                <a16:creationId xmlns:a16="http://schemas.microsoft.com/office/drawing/2014/main" id="{009592B4-7256-9624-5611-87DFC378F044}"/>
              </a:ext>
            </a:extLst>
          </p:cNvPr>
          <p:cNvSpPr/>
          <p:nvPr/>
        </p:nvSpPr>
        <p:spPr>
          <a:xfrm rot="13887929" flipH="1">
            <a:off x="10794650" y="227676"/>
            <a:ext cx="1095806" cy="909346"/>
          </a:xfrm>
          <a:prstGeom prst="triangle">
            <a:avLst>
              <a:gd name="adj" fmla="val 50000"/>
            </a:avLst>
          </a:prstGeom>
          <a:solidFill>
            <a:srgbClr val="FA6671"/>
          </a:solidFill>
          <a:ln>
            <a:noFill/>
          </a:ln>
        </p:spPr>
        <p:txBody>
          <a:bodyPr spcFirstLastPara="1" wrap="square" lIns="94627" tIns="47301" rIns="94627" bIns="47301" anchor="ctr" anchorCtr="0">
            <a:noAutofit/>
          </a:bodyPr>
          <a:lstStyle/>
          <a:p>
            <a:pPr algn="ctr"/>
            <a:endParaRPr sz="1863" dirty="0">
              <a:solidFill>
                <a:schemeClr val="lt1"/>
              </a:solidFill>
              <a:latin typeface="Calibri"/>
              <a:ea typeface="Calibri"/>
              <a:cs typeface="Calibri"/>
              <a:sym typeface="Calibri"/>
            </a:endParaRPr>
          </a:p>
        </p:txBody>
      </p:sp>
      <p:graphicFrame>
        <p:nvGraphicFramePr>
          <p:cNvPr id="13" name="Table 6">
            <a:extLst>
              <a:ext uri="{FF2B5EF4-FFF2-40B4-BE49-F238E27FC236}">
                <a16:creationId xmlns:a16="http://schemas.microsoft.com/office/drawing/2014/main" id="{89582452-3037-F5D6-E6B2-4BC64F1B6F32}"/>
              </a:ext>
            </a:extLst>
          </p:cNvPr>
          <p:cNvGraphicFramePr>
            <a:graphicFrameLocks noGrp="1"/>
          </p:cNvGraphicFramePr>
          <p:nvPr>
            <p:extLst>
              <p:ext uri="{D42A27DB-BD31-4B8C-83A1-F6EECF244321}">
                <p14:modId xmlns:p14="http://schemas.microsoft.com/office/powerpoint/2010/main" val="3812881540"/>
              </p:ext>
            </p:extLst>
          </p:nvPr>
        </p:nvGraphicFramePr>
        <p:xfrm>
          <a:off x="804352" y="2300605"/>
          <a:ext cx="10538201" cy="1852621"/>
        </p:xfrm>
        <a:graphic>
          <a:graphicData uri="http://schemas.openxmlformats.org/drawingml/2006/table">
            <a:tbl>
              <a:tblPr firstRow="1" bandRow="1">
                <a:tableStyleId>{5C22544A-7EE6-4342-B048-85BDC9FD1C3A}</a:tableStyleId>
              </a:tblPr>
              <a:tblGrid>
                <a:gridCol w="3294674">
                  <a:extLst>
                    <a:ext uri="{9D8B030D-6E8A-4147-A177-3AD203B41FA5}">
                      <a16:colId xmlns:a16="http://schemas.microsoft.com/office/drawing/2014/main" val="20000"/>
                    </a:ext>
                  </a:extLst>
                </a:gridCol>
                <a:gridCol w="1354371">
                  <a:extLst>
                    <a:ext uri="{9D8B030D-6E8A-4147-A177-3AD203B41FA5}">
                      <a16:colId xmlns:a16="http://schemas.microsoft.com/office/drawing/2014/main" val="3674087195"/>
                    </a:ext>
                  </a:extLst>
                </a:gridCol>
                <a:gridCol w="1664409">
                  <a:extLst>
                    <a:ext uri="{9D8B030D-6E8A-4147-A177-3AD203B41FA5}">
                      <a16:colId xmlns:a16="http://schemas.microsoft.com/office/drawing/2014/main" val="3586536515"/>
                    </a:ext>
                  </a:extLst>
                </a:gridCol>
                <a:gridCol w="1403323">
                  <a:extLst>
                    <a:ext uri="{9D8B030D-6E8A-4147-A177-3AD203B41FA5}">
                      <a16:colId xmlns:a16="http://schemas.microsoft.com/office/drawing/2014/main" val="806167050"/>
                    </a:ext>
                  </a:extLst>
                </a:gridCol>
                <a:gridCol w="1501231">
                  <a:extLst>
                    <a:ext uri="{9D8B030D-6E8A-4147-A177-3AD203B41FA5}">
                      <a16:colId xmlns:a16="http://schemas.microsoft.com/office/drawing/2014/main" val="612276904"/>
                    </a:ext>
                  </a:extLst>
                </a:gridCol>
                <a:gridCol w="1320193">
                  <a:extLst>
                    <a:ext uri="{9D8B030D-6E8A-4147-A177-3AD203B41FA5}">
                      <a16:colId xmlns:a16="http://schemas.microsoft.com/office/drawing/2014/main" val="3489556616"/>
                    </a:ext>
                  </a:extLst>
                </a:gridCol>
              </a:tblGrid>
              <a:tr h="691179">
                <a:tc>
                  <a:txBody>
                    <a:bodyPr/>
                    <a:lstStyle/>
                    <a:p>
                      <a:pPr algn="ctr"/>
                      <a:r>
                        <a:rPr lang="en-US" sz="1900" b="1" dirty="0">
                          <a:latin typeface="Times New Roman" panose="02020603050405020304" pitchFamily="18" charset="0"/>
                          <a:cs typeface="Times New Roman" panose="02020603050405020304" pitchFamily="18" charset="0"/>
                        </a:rPr>
                        <a:t>Influencing Factors</a:t>
                      </a:r>
                    </a:p>
                  </a:txBody>
                  <a:tcPr marL="94643" marR="94643" marT="47321" marB="47321">
                    <a:solidFill>
                      <a:srgbClr val="FA6671"/>
                    </a:solidFill>
                  </a:tcPr>
                </a:tc>
                <a:tc>
                  <a:txBody>
                    <a:bodyPr/>
                    <a:lstStyle/>
                    <a:p>
                      <a:pPr algn="ctr"/>
                      <a:r>
                        <a:rPr lang="en-US" sz="1900" b="1" dirty="0">
                          <a:latin typeface="Times New Roman" panose="02020603050405020304" pitchFamily="18" charset="0"/>
                          <a:cs typeface="Times New Roman" panose="02020603050405020304" pitchFamily="18" charset="0"/>
                        </a:rPr>
                        <a:t>Trial 1</a:t>
                      </a:r>
                    </a:p>
                  </a:txBody>
                  <a:tcPr marL="94643" marR="94643" marT="47321" marB="47321">
                    <a:solidFill>
                      <a:srgbClr val="FA667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900" b="1" dirty="0">
                          <a:latin typeface="Times New Roman" panose="02020603050405020304" pitchFamily="18" charset="0"/>
                          <a:cs typeface="Times New Roman" panose="02020603050405020304" pitchFamily="18" charset="0"/>
                        </a:rPr>
                        <a:t>Trial 2</a:t>
                      </a:r>
                    </a:p>
                    <a:p>
                      <a:pPr algn="ctr"/>
                      <a:endParaRPr lang="en-US" sz="1900" b="1" dirty="0">
                        <a:latin typeface="Times New Roman" panose="02020603050405020304" pitchFamily="18" charset="0"/>
                        <a:cs typeface="Times New Roman" panose="02020603050405020304" pitchFamily="18" charset="0"/>
                      </a:endParaRPr>
                    </a:p>
                  </a:txBody>
                  <a:tcPr marL="94643" marR="94643" marT="47321" marB="47321">
                    <a:solidFill>
                      <a:srgbClr val="FA667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900" b="1" dirty="0">
                          <a:latin typeface="Times New Roman" panose="02020603050405020304" pitchFamily="18" charset="0"/>
                          <a:cs typeface="Times New Roman" panose="02020603050405020304" pitchFamily="18" charset="0"/>
                        </a:rPr>
                        <a:t>Trial 3</a:t>
                      </a:r>
                    </a:p>
                    <a:p>
                      <a:pPr algn="ctr"/>
                      <a:endParaRPr lang="en-US" sz="1900" b="1" dirty="0">
                        <a:latin typeface="Times New Roman" panose="02020603050405020304" pitchFamily="18" charset="0"/>
                        <a:cs typeface="Times New Roman" panose="02020603050405020304" pitchFamily="18" charset="0"/>
                      </a:endParaRPr>
                    </a:p>
                  </a:txBody>
                  <a:tcPr marL="94643" marR="94643" marT="47321" marB="47321">
                    <a:solidFill>
                      <a:srgbClr val="FA667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900" b="1" dirty="0">
                          <a:latin typeface="Times New Roman" panose="02020603050405020304" pitchFamily="18" charset="0"/>
                          <a:cs typeface="Times New Roman" panose="02020603050405020304" pitchFamily="18" charset="0"/>
                        </a:rPr>
                        <a:t>Trial 4</a:t>
                      </a:r>
                    </a:p>
                    <a:p>
                      <a:pPr algn="ctr"/>
                      <a:endParaRPr lang="en-US" sz="1900" b="1" dirty="0">
                        <a:latin typeface="Times New Roman" panose="02020603050405020304" pitchFamily="18" charset="0"/>
                        <a:cs typeface="Times New Roman" panose="02020603050405020304" pitchFamily="18" charset="0"/>
                      </a:endParaRPr>
                    </a:p>
                  </a:txBody>
                  <a:tcPr marL="94643" marR="94643" marT="47321" marB="47321">
                    <a:solidFill>
                      <a:srgbClr val="FA6671"/>
                    </a:solidFill>
                  </a:tcPr>
                </a:tc>
                <a:tc>
                  <a:txBody>
                    <a:bodyPr/>
                    <a:lstStyle/>
                    <a:p>
                      <a:pPr algn="ctr"/>
                      <a:r>
                        <a:rPr lang="en-US" sz="1900" b="1" dirty="0">
                          <a:latin typeface="Times New Roman" panose="02020603050405020304" pitchFamily="18" charset="0"/>
                          <a:cs typeface="Times New Roman" panose="02020603050405020304" pitchFamily="18" charset="0"/>
                        </a:rPr>
                        <a:t>Average </a:t>
                      </a:r>
                    </a:p>
                    <a:p>
                      <a:pPr algn="ctr"/>
                      <a:r>
                        <a:rPr lang="en-US" sz="1900" b="1" dirty="0">
                          <a:latin typeface="Times New Roman" panose="02020603050405020304" pitchFamily="18" charset="0"/>
                          <a:cs typeface="Times New Roman" panose="02020603050405020304" pitchFamily="18" charset="0"/>
                        </a:rPr>
                        <a:t>Accuracy</a:t>
                      </a:r>
                    </a:p>
                  </a:txBody>
                  <a:tcPr marL="94643" marR="94643" marT="47321" marB="47321">
                    <a:solidFill>
                      <a:srgbClr val="FA6671"/>
                    </a:solidFill>
                  </a:tcPr>
                </a:tc>
                <a:extLst>
                  <a:ext uri="{0D108BD9-81ED-4DB2-BD59-A6C34878D82A}">
                    <a16:rowId xmlns:a16="http://schemas.microsoft.com/office/drawing/2014/main" val="967428072"/>
                  </a:ext>
                </a:extLst>
              </a:tr>
              <a:tr h="994418">
                <a:tc>
                  <a:txBody>
                    <a:bodyPr/>
                    <a:lstStyle/>
                    <a:p>
                      <a:pPr marL="285750" indent="-285750" algn="ctr">
                        <a:buFontTx/>
                        <a:buChar char="-"/>
                      </a:pPr>
                      <a:endParaRPr lang="en-US" sz="1400" b="1" i="0" u="none" strike="noStrike" cap="none" dirty="0">
                        <a:solidFill>
                          <a:schemeClr val="dk1"/>
                        </a:solidFill>
                        <a:effectLst/>
                        <a:latin typeface="+mn-lt"/>
                        <a:ea typeface="+mn-ea"/>
                        <a:cs typeface="+mn-cs"/>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400" b="1" i="0" u="none" strike="noStrike" cap="none" dirty="0">
                          <a:solidFill>
                            <a:schemeClr val="dk1"/>
                          </a:solidFill>
                          <a:effectLst/>
                          <a:latin typeface="+mn-lt"/>
                          <a:ea typeface="+mn-ea"/>
                          <a:cs typeface="+mn-cs"/>
                          <a:sym typeface="Arial"/>
                        </a:rPr>
                        <a:t>we use epoch = 200</a:t>
                      </a:r>
                    </a:p>
                    <a:p>
                      <a:pPr marL="285750" marR="0" lvl="0"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400" b="1" i="0" u="none" strike="noStrike" cap="none" dirty="0">
                          <a:solidFill>
                            <a:schemeClr val="dk1"/>
                          </a:solidFill>
                          <a:effectLst/>
                          <a:latin typeface="+mn-lt"/>
                          <a:ea typeface="+mn-ea"/>
                          <a:cs typeface="+mn-cs"/>
                          <a:sym typeface="Arial"/>
                        </a:rPr>
                        <a:t>batch size = 112 </a:t>
                      </a:r>
                    </a:p>
                    <a:p>
                      <a:pPr marL="285750" marR="0" lvl="0"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400" b="1" i="0" u="none" strike="noStrike" cap="none" dirty="0">
                          <a:solidFill>
                            <a:schemeClr val="dk1"/>
                          </a:solidFill>
                          <a:effectLst/>
                          <a:latin typeface="+mn-lt"/>
                          <a:ea typeface="+mn-ea"/>
                          <a:cs typeface="+mn-cs"/>
                          <a:sym typeface="Arial"/>
                        </a:rPr>
                        <a:t>Num layers = 22.</a:t>
                      </a:r>
                    </a:p>
                    <a:p>
                      <a:pPr marL="285750" marR="0" lvl="0"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400" b="1" i="0" u="none" strike="noStrike" cap="none" dirty="0" err="1">
                          <a:solidFill>
                            <a:schemeClr val="dk1"/>
                          </a:solidFill>
                          <a:effectLst/>
                          <a:latin typeface="+mn-lt"/>
                          <a:ea typeface="+mn-ea"/>
                          <a:cs typeface="+mn-cs"/>
                          <a:sym typeface="Arial"/>
                        </a:rPr>
                        <a:t>ActivationFN</a:t>
                      </a:r>
                      <a:r>
                        <a:rPr lang="en-US" sz="1400" b="1" i="0" u="none" strike="noStrike" cap="none" dirty="0">
                          <a:solidFill>
                            <a:schemeClr val="dk1"/>
                          </a:solidFill>
                          <a:effectLst/>
                          <a:latin typeface="+mn-lt"/>
                          <a:ea typeface="+mn-ea"/>
                          <a:cs typeface="+mn-cs"/>
                          <a:sym typeface="Arial"/>
                        </a:rPr>
                        <a:t> is Sigmoid.</a:t>
                      </a:r>
                      <a:endParaRPr lang="en-US" sz="1400" b="1" dirty="0">
                        <a:latin typeface="Times New Roman" panose="02020603050405020304" pitchFamily="18" charset="0"/>
                        <a:cs typeface="Times New Roman" panose="02020603050405020304" pitchFamily="18" charset="0"/>
                      </a:endParaRPr>
                    </a:p>
                  </a:txBody>
                  <a:tcPr marL="94643" marR="94643" marT="47321" marB="47321">
                    <a:solidFill>
                      <a:schemeClr val="bg1">
                        <a:lumMod val="85000"/>
                      </a:schemeClr>
                    </a:solidFill>
                  </a:tcPr>
                </a:tc>
                <a:tc>
                  <a:txBody>
                    <a:bodyPr/>
                    <a:lstStyle/>
                    <a:p>
                      <a:pPr algn="ctr"/>
                      <a:r>
                        <a:rPr lang="en-US" sz="2100" b="1" dirty="0">
                          <a:latin typeface="Times New Roman" panose="02020603050405020304" pitchFamily="18" charset="0"/>
                          <a:cs typeface="Times New Roman" panose="02020603050405020304" pitchFamily="18" charset="0"/>
                        </a:rPr>
                        <a:t>63.7</a:t>
                      </a:r>
                    </a:p>
                  </a:txBody>
                  <a:tcPr marL="94643" marR="94643" marT="47321" marB="47321">
                    <a:solidFill>
                      <a:schemeClr val="bg1">
                        <a:lumMod val="85000"/>
                      </a:schemeClr>
                    </a:solidFill>
                  </a:tcPr>
                </a:tc>
                <a:tc>
                  <a:txBody>
                    <a:bodyPr/>
                    <a:lstStyle/>
                    <a:p>
                      <a:pPr algn="ctr"/>
                      <a:r>
                        <a:rPr lang="en-US" sz="2100" b="1" dirty="0">
                          <a:latin typeface="Times New Roman" panose="02020603050405020304" pitchFamily="18" charset="0"/>
                          <a:cs typeface="Times New Roman" panose="02020603050405020304" pitchFamily="18" charset="0"/>
                        </a:rPr>
                        <a:t>93.67</a:t>
                      </a:r>
                    </a:p>
                  </a:txBody>
                  <a:tcPr marL="94643" marR="94643" marT="47321" marB="47321">
                    <a:solidFill>
                      <a:schemeClr val="bg1">
                        <a:lumMod val="85000"/>
                      </a:schemeClr>
                    </a:solidFill>
                  </a:tcPr>
                </a:tc>
                <a:tc>
                  <a:txBody>
                    <a:bodyPr/>
                    <a:lstStyle/>
                    <a:p>
                      <a:pPr algn="ctr"/>
                      <a:r>
                        <a:rPr lang="en-US" sz="2100" b="1" dirty="0">
                          <a:latin typeface="Times New Roman" panose="02020603050405020304" pitchFamily="18" charset="0"/>
                          <a:cs typeface="Times New Roman" panose="02020603050405020304" pitchFamily="18" charset="0"/>
                        </a:rPr>
                        <a:t>85.77</a:t>
                      </a:r>
                    </a:p>
                  </a:txBody>
                  <a:tcPr marL="94643" marR="94643" marT="47321" marB="47321">
                    <a:solidFill>
                      <a:schemeClr val="bg1">
                        <a:lumMod val="85000"/>
                      </a:schemeClr>
                    </a:solidFill>
                  </a:tcPr>
                </a:tc>
                <a:tc>
                  <a:txBody>
                    <a:bodyPr/>
                    <a:lstStyle/>
                    <a:p>
                      <a:pPr algn="ctr"/>
                      <a:r>
                        <a:rPr lang="en-US" sz="2100" b="1" dirty="0">
                          <a:latin typeface="Times New Roman" panose="02020603050405020304" pitchFamily="18" charset="0"/>
                          <a:cs typeface="Times New Roman" panose="02020603050405020304" pitchFamily="18" charset="0"/>
                        </a:rPr>
                        <a:t>88.56</a:t>
                      </a:r>
                    </a:p>
                  </a:txBody>
                  <a:tcPr marL="94643" marR="94643" marT="47321" marB="47321">
                    <a:solidFill>
                      <a:schemeClr val="bg1">
                        <a:lumMod val="85000"/>
                      </a:schemeClr>
                    </a:solidFill>
                  </a:tcPr>
                </a:tc>
                <a:tc>
                  <a:txBody>
                    <a:bodyPr/>
                    <a:lstStyle/>
                    <a:p>
                      <a:pPr algn="ctr"/>
                      <a:r>
                        <a:rPr lang="en-US" sz="2400" b="1" dirty="0">
                          <a:solidFill>
                            <a:srgbClr val="FA6671"/>
                          </a:solidFill>
                          <a:latin typeface="Times New Roman" panose="02020603050405020304" pitchFamily="18" charset="0"/>
                          <a:cs typeface="Times New Roman" panose="02020603050405020304" pitchFamily="18" charset="0"/>
                        </a:rPr>
                        <a:t>82.95%</a:t>
                      </a:r>
                    </a:p>
                  </a:txBody>
                  <a:tcPr marL="94643" marR="94643" marT="47321" marB="47321">
                    <a:solidFill>
                      <a:schemeClr val="bg1">
                        <a:lumMod val="85000"/>
                      </a:schemeClr>
                    </a:solidFill>
                  </a:tcPr>
                </a:tc>
                <a:extLst>
                  <a:ext uri="{0D108BD9-81ED-4DB2-BD59-A6C34878D82A}">
                    <a16:rowId xmlns:a16="http://schemas.microsoft.com/office/drawing/2014/main" val="1485063463"/>
                  </a:ext>
                </a:extLst>
              </a:tr>
            </a:tbl>
          </a:graphicData>
        </a:graphic>
      </p:graphicFrame>
    </p:spTree>
    <p:extLst>
      <p:ext uri="{BB962C8B-B14F-4D97-AF65-F5344CB8AC3E}">
        <p14:creationId xmlns:p14="http://schemas.microsoft.com/office/powerpoint/2010/main" val="3885640433"/>
      </p:ext>
    </p:extLst>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96DE0336-FE28-E1E4-E684-8C28A5217D4A}"/>
              </a:ext>
            </a:extLst>
          </p:cNvPr>
          <p:cNvSpPr>
            <a:spLocks noGrp="1"/>
          </p:cNvSpPr>
          <p:nvPr>
            <p:ph type="subTitle" idx="1"/>
          </p:nvPr>
        </p:nvSpPr>
        <p:spPr>
          <a:xfrm>
            <a:off x="179615" y="-120103"/>
            <a:ext cx="7600543" cy="5882412"/>
          </a:xfrm>
        </p:spPr>
        <p:txBody>
          <a:bodyPr/>
          <a:lstStyle/>
          <a:p>
            <a:pPr algn="l"/>
            <a:endParaRPr lang="en-US" sz="2898" b="1" dirty="0">
              <a:solidFill>
                <a:schemeClr val="accent6">
                  <a:lumMod val="50000"/>
                </a:schemeClr>
              </a:solidFill>
              <a:latin typeface="Times New Roman" panose="02020603050405020304" pitchFamily="18" charset="0"/>
              <a:cs typeface="Times New Roman" panose="02020603050405020304" pitchFamily="18" charset="0"/>
            </a:endParaRPr>
          </a:p>
          <a:p>
            <a:pPr marL="0" indent="0" algn="l"/>
            <a:r>
              <a:rPr lang="en-US" sz="3313" b="1" dirty="0">
                <a:solidFill>
                  <a:srgbClr val="FA6671"/>
                </a:solidFill>
                <a:latin typeface="Times New Roman" panose="02020603050405020304" pitchFamily="18" charset="0"/>
                <a:cs typeface="Times New Roman" panose="02020603050405020304" pitchFamily="18" charset="0"/>
              </a:rPr>
              <a:t>Experimental Result </a:t>
            </a:r>
            <a:r>
              <a:rPr lang="en-US" sz="2400" b="1" dirty="0">
                <a:solidFill>
                  <a:schemeClr val="tx1"/>
                </a:solidFill>
                <a:latin typeface="Times New Roman" panose="02020603050405020304" pitchFamily="18" charset="0"/>
                <a:cs typeface="Times New Roman" panose="02020603050405020304" pitchFamily="18" charset="0"/>
              </a:rPr>
              <a:t>(After inserting new Data)</a:t>
            </a:r>
            <a:endParaRPr lang="en-US" sz="3313" b="1" dirty="0">
              <a:solidFill>
                <a:schemeClr val="tx1"/>
              </a:solidFill>
              <a:latin typeface="Times New Roman" panose="02020603050405020304" pitchFamily="18" charset="0"/>
              <a:cs typeface="Times New Roman" panose="02020603050405020304" pitchFamily="18" charset="0"/>
            </a:endParaRPr>
          </a:p>
          <a:p>
            <a:pPr marL="0" indent="0" algn="l"/>
            <a:r>
              <a:rPr lang="en-US" sz="3313" b="1" dirty="0">
                <a:solidFill>
                  <a:schemeClr val="accent6">
                    <a:lumMod val="75000"/>
                  </a:schemeClr>
                </a:solidFill>
                <a:latin typeface="Times New Roman" panose="02020603050405020304" pitchFamily="18" charset="0"/>
                <a:cs typeface="Times New Roman" panose="02020603050405020304" pitchFamily="18" charset="0"/>
              </a:rPr>
              <a:t> </a:t>
            </a:r>
            <a:br>
              <a:rPr lang="en-US" sz="3313" b="1" dirty="0">
                <a:solidFill>
                  <a:schemeClr val="accent6">
                    <a:lumMod val="75000"/>
                  </a:schemeClr>
                </a:solidFill>
                <a:latin typeface="Times New Roman" panose="02020603050405020304" pitchFamily="18" charset="0"/>
                <a:cs typeface="Times New Roman" panose="02020603050405020304" pitchFamily="18" charset="0"/>
              </a:rPr>
            </a:br>
            <a:endParaRPr lang="en-US" sz="2069" dirty="0">
              <a:latin typeface="Times New Roman" panose="02020603050405020304" pitchFamily="18" charset="0"/>
              <a:cs typeface="Times New Roman" panose="02020603050405020304" pitchFamily="18" charset="0"/>
            </a:endParaRPr>
          </a:p>
          <a:p>
            <a:pPr marL="52581" indent="0" algn="l"/>
            <a:endParaRPr lang="en-US" sz="726" dirty="0">
              <a:latin typeface="Times New Roman" panose="02020603050405020304" pitchFamily="18" charset="0"/>
              <a:cs typeface="Times New Roman" panose="02020603050405020304" pitchFamily="18" charset="0"/>
            </a:endParaRPr>
          </a:p>
        </p:txBody>
      </p:sp>
      <p:cxnSp>
        <p:nvCxnSpPr>
          <p:cNvPr id="8" name="Straight Connector 7">
            <a:extLst>
              <a:ext uri="{FF2B5EF4-FFF2-40B4-BE49-F238E27FC236}">
                <a16:creationId xmlns:a16="http://schemas.microsoft.com/office/drawing/2014/main" id="{D590224B-6DB4-4F5F-8050-E465BAABC648}"/>
              </a:ext>
            </a:extLst>
          </p:cNvPr>
          <p:cNvCxnSpPr/>
          <p:nvPr/>
        </p:nvCxnSpPr>
        <p:spPr>
          <a:xfrm>
            <a:off x="179614" y="1161214"/>
            <a:ext cx="3980018" cy="14560"/>
          </a:xfrm>
          <a:prstGeom prst="line">
            <a:avLst/>
          </a:prstGeom>
          <a:ln>
            <a:solidFill>
              <a:srgbClr val="FA6671"/>
            </a:solidFill>
          </a:ln>
        </p:spPr>
        <p:style>
          <a:lnRef idx="3">
            <a:schemeClr val="accent6"/>
          </a:lnRef>
          <a:fillRef idx="0">
            <a:schemeClr val="accent6"/>
          </a:fillRef>
          <a:effectRef idx="2">
            <a:schemeClr val="accent6"/>
          </a:effectRef>
          <a:fontRef idx="minor">
            <a:schemeClr val="tx1"/>
          </a:fontRef>
        </p:style>
      </p:cxnSp>
      <p:sp>
        <p:nvSpPr>
          <p:cNvPr id="9" name="Slide Number Placeholder 8">
            <a:extLst>
              <a:ext uri="{FF2B5EF4-FFF2-40B4-BE49-F238E27FC236}">
                <a16:creationId xmlns:a16="http://schemas.microsoft.com/office/drawing/2014/main" id="{A0F31BAE-AC97-6217-1E8D-8B0B0B7921E0}"/>
              </a:ext>
            </a:extLst>
          </p:cNvPr>
          <p:cNvSpPr>
            <a:spLocks noGrp="1"/>
          </p:cNvSpPr>
          <p:nvPr>
            <p:ph type="sldNum" idx="12"/>
          </p:nvPr>
        </p:nvSpPr>
        <p:spPr/>
        <p:txBody>
          <a:bodyPr/>
          <a:lstStyle/>
          <a:p>
            <a:fld id="{00000000-1234-1234-1234-123412341234}" type="slidenum">
              <a:rPr lang="en-US" smtClean="0"/>
              <a:pPr/>
              <a:t>27</a:t>
            </a:fld>
            <a:endParaRPr lang="en-US"/>
          </a:p>
        </p:txBody>
      </p:sp>
      <p:sp>
        <p:nvSpPr>
          <p:cNvPr id="32" name="Title 1">
            <a:extLst>
              <a:ext uri="{FF2B5EF4-FFF2-40B4-BE49-F238E27FC236}">
                <a16:creationId xmlns:a16="http://schemas.microsoft.com/office/drawing/2014/main" id="{300142E8-538C-AE92-2A73-841716833054}"/>
              </a:ext>
            </a:extLst>
          </p:cNvPr>
          <p:cNvSpPr>
            <a:spLocks noGrp="1"/>
          </p:cNvSpPr>
          <p:nvPr>
            <p:ph type="ctrTitle"/>
          </p:nvPr>
        </p:nvSpPr>
        <p:spPr>
          <a:xfrm>
            <a:off x="179612" y="1283221"/>
            <a:ext cx="6133958" cy="554802"/>
          </a:xfrm>
        </p:spPr>
        <p:txBody>
          <a:bodyPr/>
          <a:lstStyle/>
          <a:p>
            <a:pPr algn="l"/>
            <a:r>
              <a:rPr lang="en-US" sz="3313" b="1" u="sng" dirty="0">
                <a:solidFill>
                  <a:schemeClr val="tx1"/>
                </a:solidFill>
              </a:rPr>
              <a:t>Inception Results </a:t>
            </a:r>
          </a:p>
        </p:txBody>
      </p:sp>
      <p:sp>
        <p:nvSpPr>
          <p:cNvPr id="33" name="Subtitle 2">
            <a:extLst>
              <a:ext uri="{FF2B5EF4-FFF2-40B4-BE49-F238E27FC236}">
                <a16:creationId xmlns:a16="http://schemas.microsoft.com/office/drawing/2014/main" id="{2A642F1B-9316-47E7-0741-BDE01DA4DF73}"/>
              </a:ext>
            </a:extLst>
          </p:cNvPr>
          <p:cNvSpPr txBox="1">
            <a:spLocks/>
          </p:cNvSpPr>
          <p:nvPr/>
        </p:nvSpPr>
        <p:spPr>
          <a:xfrm>
            <a:off x="92036" y="1793467"/>
            <a:ext cx="11717452" cy="4739661"/>
          </a:xfrm>
          <a:prstGeom prst="rect">
            <a:avLst/>
          </a:prstGeom>
          <a:noFill/>
          <a:ln>
            <a:noFill/>
          </a:ln>
        </p:spPr>
        <p:txBody>
          <a:bodyPr spcFirstLastPara="1" wrap="square" lIns="94627" tIns="47301" rIns="94627" bIns="47301" anchor="t" anchorCtr="0">
            <a:noAutofit/>
          </a:bodyPr>
          <a:lstStyle>
            <a:defPPr marR="0" lvl="0" algn="l" rtl="0">
              <a:lnSpc>
                <a:spcPct val="100000"/>
              </a:lnSpc>
              <a:spcBef>
                <a:spcPts val="0"/>
              </a:spcBef>
              <a:spcAft>
                <a:spcPts val="0"/>
              </a:spcAft>
            </a:defPPr>
            <a:lvl1pPr marL="457200" marR="0" lvl="0" indent="-406400" algn="ctr" rtl="0">
              <a:lnSpc>
                <a:spcPct val="90000"/>
              </a:lnSpc>
              <a:spcBef>
                <a:spcPts val="10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L="914400" marR="0" lvl="1" indent="-381000"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L="1371600" marR="0" lvl="2" indent="-355600"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L="1828800" marR="0" lvl="3"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L="2286000" marR="0" lvl="4"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L="2743200" marR="0" lvl="5"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L="3200400" marR="0" lvl="6"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L="3657600" marR="0" lvl="7"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L="4114800" marR="0" lvl="8"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pPr marL="0" indent="0" algn="just">
              <a:lnSpc>
                <a:spcPct val="100000"/>
              </a:lnSpc>
              <a:spcAft>
                <a:spcPts val="621"/>
              </a:spcAft>
            </a:pPr>
            <a:endParaRPr lang="en-US" sz="1863" dirty="0">
              <a:latin typeface="Times New Roman" panose="02020603050405020304" pitchFamily="18" charset="0"/>
              <a:cs typeface="Times New Roman" panose="02020603050405020304" pitchFamily="18" charset="0"/>
            </a:endParaRPr>
          </a:p>
          <a:p>
            <a:pPr marL="0" indent="0" algn="just">
              <a:lnSpc>
                <a:spcPct val="100000"/>
              </a:lnSpc>
              <a:spcAft>
                <a:spcPts val="621"/>
              </a:spcAft>
            </a:pPr>
            <a:endParaRPr lang="en-US" sz="1863" dirty="0">
              <a:latin typeface="Times New Roman" panose="02020603050405020304" pitchFamily="18" charset="0"/>
              <a:cs typeface="Times New Roman" panose="02020603050405020304" pitchFamily="18" charset="0"/>
            </a:endParaRPr>
          </a:p>
          <a:p>
            <a:pPr marL="0" indent="0" algn="just">
              <a:lnSpc>
                <a:spcPct val="100000"/>
              </a:lnSpc>
              <a:spcAft>
                <a:spcPts val="621"/>
              </a:spcAft>
            </a:pPr>
            <a:r>
              <a:rPr lang="en-US" sz="1863" dirty="0">
                <a:latin typeface="Times New Roman" panose="02020603050405020304" pitchFamily="18" charset="0"/>
                <a:cs typeface="Times New Roman" panose="02020603050405020304" pitchFamily="18" charset="0"/>
              </a:rPr>
              <a:t>. </a:t>
            </a:r>
            <a:endParaRPr lang="en-US" sz="2069" dirty="0"/>
          </a:p>
        </p:txBody>
      </p:sp>
      <p:sp>
        <p:nvSpPr>
          <p:cNvPr id="11" name="Google Shape;211;p19">
            <a:extLst>
              <a:ext uri="{FF2B5EF4-FFF2-40B4-BE49-F238E27FC236}">
                <a16:creationId xmlns:a16="http://schemas.microsoft.com/office/drawing/2014/main" id="{34422662-040E-FDBE-007D-42AAA975596C}"/>
              </a:ext>
            </a:extLst>
          </p:cNvPr>
          <p:cNvSpPr/>
          <p:nvPr/>
        </p:nvSpPr>
        <p:spPr>
          <a:xfrm rot="18279675" flipH="1">
            <a:off x="10230140" y="353388"/>
            <a:ext cx="1183702" cy="1188369"/>
          </a:xfrm>
          <a:prstGeom prst="triangle">
            <a:avLst>
              <a:gd name="adj" fmla="val 50000"/>
            </a:avLst>
          </a:prstGeom>
          <a:solidFill>
            <a:schemeClr val="bg1">
              <a:lumMod val="85000"/>
            </a:schemeClr>
          </a:solidFill>
          <a:ln>
            <a:noFill/>
          </a:ln>
        </p:spPr>
        <p:txBody>
          <a:bodyPr spcFirstLastPara="1" wrap="square" lIns="94627" tIns="47301" rIns="94627" bIns="47301" anchor="ctr" anchorCtr="0">
            <a:noAutofit/>
          </a:bodyPr>
          <a:lstStyle/>
          <a:p>
            <a:pPr algn="ctr"/>
            <a:endParaRPr sz="1863">
              <a:solidFill>
                <a:schemeClr val="lt1"/>
              </a:solidFill>
              <a:latin typeface="Calibri"/>
              <a:ea typeface="Calibri"/>
              <a:cs typeface="Calibri"/>
              <a:sym typeface="Calibri"/>
            </a:endParaRPr>
          </a:p>
        </p:txBody>
      </p:sp>
      <p:sp>
        <p:nvSpPr>
          <p:cNvPr id="12" name="Google Shape;212;p19">
            <a:extLst>
              <a:ext uri="{FF2B5EF4-FFF2-40B4-BE49-F238E27FC236}">
                <a16:creationId xmlns:a16="http://schemas.microsoft.com/office/drawing/2014/main" id="{009592B4-7256-9624-5611-87DFC378F044}"/>
              </a:ext>
            </a:extLst>
          </p:cNvPr>
          <p:cNvSpPr/>
          <p:nvPr/>
        </p:nvSpPr>
        <p:spPr>
          <a:xfrm rot="13887929" flipH="1">
            <a:off x="10794650" y="227676"/>
            <a:ext cx="1095806" cy="909346"/>
          </a:xfrm>
          <a:prstGeom prst="triangle">
            <a:avLst>
              <a:gd name="adj" fmla="val 50000"/>
            </a:avLst>
          </a:prstGeom>
          <a:solidFill>
            <a:srgbClr val="FA6671"/>
          </a:solidFill>
          <a:ln>
            <a:noFill/>
          </a:ln>
        </p:spPr>
        <p:txBody>
          <a:bodyPr spcFirstLastPara="1" wrap="square" lIns="94627" tIns="47301" rIns="94627" bIns="47301" anchor="ctr" anchorCtr="0">
            <a:noAutofit/>
          </a:bodyPr>
          <a:lstStyle/>
          <a:p>
            <a:pPr algn="ctr"/>
            <a:endParaRPr sz="1863" dirty="0">
              <a:solidFill>
                <a:schemeClr val="lt1"/>
              </a:solidFill>
              <a:latin typeface="Calibri"/>
              <a:ea typeface="Calibri"/>
              <a:cs typeface="Calibri"/>
              <a:sym typeface="Calibri"/>
            </a:endParaRPr>
          </a:p>
        </p:txBody>
      </p:sp>
      <p:graphicFrame>
        <p:nvGraphicFramePr>
          <p:cNvPr id="13" name="Table 6">
            <a:extLst>
              <a:ext uri="{FF2B5EF4-FFF2-40B4-BE49-F238E27FC236}">
                <a16:creationId xmlns:a16="http://schemas.microsoft.com/office/drawing/2014/main" id="{89582452-3037-F5D6-E6B2-4BC64F1B6F32}"/>
              </a:ext>
            </a:extLst>
          </p:cNvPr>
          <p:cNvGraphicFramePr>
            <a:graphicFrameLocks noGrp="1"/>
          </p:cNvGraphicFramePr>
          <p:nvPr/>
        </p:nvGraphicFramePr>
        <p:xfrm>
          <a:off x="681661" y="2455716"/>
          <a:ext cx="10538201" cy="1928821"/>
        </p:xfrm>
        <a:graphic>
          <a:graphicData uri="http://schemas.openxmlformats.org/drawingml/2006/table">
            <a:tbl>
              <a:tblPr firstRow="1" bandRow="1">
                <a:tableStyleId>{5C22544A-7EE6-4342-B048-85BDC9FD1C3A}</a:tableStyleId>
              </a:tblPr>
              <a:tblGrid>
                <a:gridCol w="3294674">
                  <a:extLst>
                    <a:ext uri="{9D8B030D-6E8A-4147-A177-3AD203B41FA5}">
                      <a16:colId xmlns:a16="http://schemas.microsoft.com/office/drawing/2014/main" val="20000"/>
                    </a:ext>
                  </a:extLst>
                </a:gridCol>
                <a:gridCol w="1354371">
                  <a:extLst>
                    <a:ext uri="{9D8B030D-6E8A-4147-A177-3AD203B41FA5}">
                      <a16:colId xmlns:a16="http://schemas.microsoft.com/office/drawing/2014/main" val="3674087195"/>
                    </a:ext>
                  </a:extLst>
                </a:gridCol>
                <a:gridCol w="1664409">
                  <a:extLst>
                    <a:ext uri="{9D8B030D-6E8A-4147-A177-3AD203B41FA5}">
                      <a16:colId xmlns:a16="http://schemas.microsoft.com/office/drawing/2014/main" val="3586536515"/>
                    </a:ext>
                  </a:extLst>
                </a:gridCol>
                <a:gridCol w="1403323">
                  <a:extLst>
                    <a:ext uri="{9D8B030D-6E8A-4147-A177-3AD203B41FA5}">
                      <a16:colId xmlns:a16="http://schemas.microsoft.com/office/drawing/2014/main" val="806167050"/>
                    </a:ext>
                  </a:extLst>
                </a:gridCol>
                <a:gridCol w="1501231">
                  <a:extLst>
                    <a:ext uri="{9D8B030D-6E8A-4147-A177-3AD203B41FA5}">
                      <a16:colId xmlns:a16="http://schemas.microsoft.com/office/drawing/2014/main" val="612276904"/>
                    </a:ext>
                  </a:extLst>
                </a:gridCol>
                <a:gridCol w="1320193">
                  <a:extLst>
                    <a:ext uri="{9D8B030D-6E8A-4147-A177-3AD203B41FA5}">
                      <a16:colId xmlns:a16="http://schemas.microsoft.com/office/drawing/2014/main" val="3489556616"/>
                    </a:ext>
                  </a:extLst>
                </a:gridCol>
              </a:tblGrid>
              <a:tr h="691179">
                <a:tc>
                  <a:txBody>
                    <a:bodyPr/>
                    <a:lstStyle/>
                    <a:p>
                      <a:pPr algn="ctr"/>
                      <a:r>
                        <a:rPr lang="en-US" sz="1900" b="1" dirty="0">
                          <a:latin typeface="Times New Roman" panose="02020603050405020304" pitchFamily="18" charset="0"/>
                          <a:cs typeface="Times New Roman" panose="02020603050405020304" pitchFamily="18" charset="0"/>
                        </a:rPr>
                        <a:t>Influencing Factors</a:t>
                      </a:r>
                    </a:p>
                  </a:txBody>
                  <a:tcPr marL="94643" marR="94643" marT="47321" marB="47321">
                    <a:solidFill>
                      <a:srgbClr val="FA6671"/>
                    </a:solidFill>
                  </a:tcPr>
                </a:tc>
                <a:tc>
                  <a:txBody>
                    <a:bodyPr/>
                    <a:lstStyle/>
                    <a:p>
                      <a:pPr algn="ctr"/>
                      <a:r>
                        <a:rPr lang="en-US" sz="1900" b="1" dirty="0">
                          <a:latin typeface="Times New Roman" panose="02020603050405020304" pitchFamily="18" charset="0"/>
                          <a:cs typeface="Times New Roman" panose="02020603050405020304" pitchFamily="18" charset="0"/>
                        </a:rPr>
                        <a:t>Trial 1</a:t>
                      </a:r>
                    </a:p>
                  </a:txBody>
                  <a:tcPr marL="94643" marR="94643" marT="47321" marB="47321">
                    <a:solidFill>
                      <a:srgbClr val="FA667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900" b="1" dirty="0">
                          <a:latin typeface="Times New Roman" panose="02020603050405020304" pitchFamily="18" charset="0"/>
                          <a:cs typeface="Times New Roman" panose="02020603050405020304" pitchFamily="18" charset="0"/>
                        </a:rPr>
                        <a:t>Trial 2</a:t>
                      </a:r>
                    </a:p>
                    <a:p>
                      <a:pPr algn="ctr"/>
                      <a:endParaRPr lang="en-US" sz="1900" b="1" dirty="0">
                        <a:latin typeface="Times New Roman" panose="02020603050405020304" pitchFamily="18" charset="0"/>
                        <a:cs typeface="Times New Roman" panose="02020603050405020304" pitchFamily="18" charset="0"/>
                      </a:endParaRPr>
                    </a:p>
                  </a:txBody>
                  <a:tcPr marL="94643" marR="94643" marT="47321" marB="47321">
                    <a:solidFill>
                      <a:srgbClr val="FA667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900" b="1" dirty="0">
                          <a:latin typeface="Times New Roman" panose="02020603050405020304" pitchFamily="18" charset="0"/>
                          <a:cs typeface="Times New Roman" panose="02020603050405020304" pitchFamily="18" charset="0"/>
                        </a:rPr>
                        <a:t>Trial 3</a:t>
                      </a:r>
                    </a:p>
                    <a:p>
                      <a:pPr algn="ctr"/>
                      <a:endParaRPr lang="en-US" sz="1900" b="1" dirty="0">
                        <a:latin typeface="Times New Roman" panose="02020603050405020304" pitchFamily="18" charset="0"/>
                        <a:cs typeface="Times New Roman" panose="02020603050405020304" pitchFamily="18" charset="0"/>
                      </a:endParaRPr>
                    </a:p>
                  </a:txBody>
                  <a:tcPr marL="94643" marR="94643" marT="47321" marB="47321">
                    <a:solidFill>
                      <a:srgbClr val="FA667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900" b="1" dirty="0">
                          <a:latin typeface="Times New Roman" panose="02020603050405020304" pitchFamily="18" charset="0"/>
                          <a:cs typeface="Times New Roman" panose="02020603050405020304" pitchFamily="18" charset="0"/>
                        </a:rPr>
                        <a:t>Trial 4</a:t>
                      </a:r>
                    </a:p>
                    <a:p>
                      <a:pPr algn="ctr"/>
                      <a:endParaRPr lang="en-US" sz="1900" b="1" dirty="0">
                        <a:latin typeface="Times New Roman" panose="02020603050405020304" pitchFamily="18" charset="0"/>
                        <a:cs typeface="Times New Roman" panose="02020603050405020304" pitchFamily="18" charset="0"/>
                      </a:endParaRPr>
                    </a:p>
                  </a:txBody>
                  <a:tcPr marL="94643" marR="94643" marT="47321" marB="47321">
                    <a:solidFill>
                      <a:srgbClr val="FA6671"/>
                    </a:solidFill>
                  </a:tcPr>
                </a:tc>
                <a:tc>
                  <a:txBody>
                    <a:bodyPr/>
                    <a:lstStyle/>
                    <a:p>
                      <a:pPr algn="ctr"/>
                      <a:r>
                        <a:rPr lang="en-US" sz="1900" b="1" dirty="0">
                          <a:latin typeface="Times New Roman" panose="02020603050405020304" pitchFamily="18" charset="0"/>
                          <a:cs typeface="Times New Roman" panose="02020603050405020304" pitchFamily="18" charset="0"/>
                        </a:rPr>
                        <a:t>Average </a:t>
                      </a:r>
                    </a:p>
                    <a:p>
                      <a:pPr algn="ctr"/>
                      <a:r>
                        <a:rPr lang="en-US" sz="1900" b="1" dirty="0">
                          <a:latin typeface="Times New Roman" panose="02020603050405020304" pitchFamily="18" charset="0"/>
                          <a:cs typeface="Times New Roman" panose="02020603050405020304" pitchFamily="18" charset="0"/>
                        </a:rPr>
                        <a:t>Accuracy</a:t>
                      </a:r>
                    </a:p>
                  </a:txBody>
                  <a:tcPr marL="94643" marR="94643" marT="47321" marB="47321">
                    <a:solidFill>
                      <a:srgbClr val="FA6671"/>
                    </a:solidFill>
                  </a:tcPr>
                </a:tc>
                <a:extLst>
                  <a:ext uri="{0D108BD9-81ED-4DB2-BD59-A6C34878D82A}">
                    <a16:rowId xmlns:a16="http://schemas.microsoft.com/office/drawing/2014/main" val="967428072"/>
                  </a:ext>
                </a:extLst>
              </a:tr>
              <a:tr h="994418">
                <a:tc>
                  <a:txBody>
                    <a:bodyPr/>
                    <a:lstStyle/>
                    <a:p>
                      <a:pPr marL="285750" indent="-285750" algn="ctr">
                        <a:buFontTx/>
                        <a:buChar char="-"/>
                      </a:pPr>
                      <a:endParaRPr lang="en-US" sz="1400" b="1" i="0" u="none" strike="noStrike" cap="none" dirty="0">
                        <a:solidFill>
                          <a:schemeClr val="dk1"/>
                        </a:solidFill>
                        <a:effectLst/>
                        <a:latin typeface="+mn-lt"/>
                        <a:ea typeface="+mn-ea"/>
                        <a:cs typeface="+mn-cs"/>
                        <a:sym typeface="Arial"/>
                      </a:endParaRPr>
                    </a:p>
                    <a:p>
                      <a:pPr marL="285750" indent="-285750" rtl="0">
                        <a:buFont typeface="Arial" panose="020B0604020202020204" pitchFamily="34" charset="0"/>
                        <a:buChar char="•"/>
                      </a:pPr>
                      <a:r>
                        <a:rPr lang="en-US" sz="1400" b="1" dirty="0"/>
                        <a:t>Change Learning Rate to 1e-4</a:t>
                      </a:r>
                    </a:p>
                    <a:p>
                      <a:pPr marL="285750" indent="-285750" rtl="0">
                        <a:buFont typeface="Arial" panose="020B0604020202020204" pitchFamily="34" charset="0"/>
                        <a:buChar char="•"/>
                      </a:pPr>
                      <a:r>
                        <a:rPr lang="en-US" sz="1400" b="1" dirty="0"/>
                        <a:t>Change batch size to 32</a:t>
                      </a:r>
                      <a:br>
                        <a:rPr lang="en-US" sz="1900" dirty="0"/>
                      </a:br>
                      <a:endParaRPr lang="en-US" sz="1900" b="1" dirty="0">
                        <a:latin typeface="Times New Roman" panose="02020603050405020304" pitchFamily="18" charset="0"/>
                        <a:cs typeface="Times New Roman" panose="02020603050405020304" pitchFamily="18" charset="0"/>
                      </a:endParaRPr>
                    </a:p>
                    <a:p>
                      <a:pPr algn="ctr"/>
                      <a:r>
                        <a:rPr lang="en-US" sz="1400" b="1" i="0" u="none" strike="noStrike" cap="none" dirty="0">
                          <a:solidFill>
                            <a:schemeClr val="dk1"/>
                          </a:solidFill>
                          <a:effectLst/>
                          <a:latin typeface="+mn-lt"/>
                          <a:ea typeface="+mn-ea"/>
                          <a:cs typeface="+mn-cs"/>
                          <a:sym typeface="Arial"/>
                        </a:rPr>
                        <a:t>-</a:t>
                      </a:r>
                      <a:endParaRPr lang="en-US" sz="1400" b="1" dirty="0">
                        <a:latin typeface="Times New Roman" panose="02020603050405020304" pitchFamily="18" charset="0"/>
                        <a:cs typeface="Times New Roman" panose="02020603050405020304" pitchFamily="18" charset="0"/>
                      </a:endParaRPr>
                    </a:p>
                  </a:txBody>
                  <a:tcPr marL="94643" marR="94643" marT="47321" marB="47321">
                    <a:solidFill>
                      <a:schemeClr val="bg1">
                        <a:lumMod val="85000"/>
                      </a:schemeClr>
                    </a:solidFill>
                  </a:tcPr>
                </a:tc>
                <a:tc>
                  <a:txBody>
                    <a:bodyPr/>
                    <a:lstStyle/>
                    <a:p>
                      <a:pPr algn="ctr"/>
                      <a:r>
                        <a:rPr lang="en-US" sz="2100" b="1" dirty="0">
                          <a:latin typeface="Times New Roman" panose="02020603050405020304" pitchFamily="18" charset="0"/>
                          <a:cs typeface="Times New Roman" panose="02020603050405020304" pitchFamily="18" charset="0"/>
                        </a:rPr>
                        <a:t>63.0</a:t>
                      </a:r>
                    </a:p>
                  </a:txBody>
                  <a:tcPr marL="94643" marR="94643" marT="47321" marB="47321">
                    <a:solidFill>
                      <a:schemeClr val="bg1">
                        <a:lumMod val="85000"/>
                      </a:schemeClr>
                    </a:solidFill>
                  </a:tcPr>
                </a:tc>
                <a:tc>
                  <a:txBody>
                    <a:bodyPr/>
                    <a:lstStyle/>
                    <a:p>
                      <a:pPr algn="ctr"/>
                      <a:r>
                        <a:rPr lang="en-US" sz="2100" b="1" dirty="0">
                          <a:latin typeface="Times New Roman" panose="02020603050405020304" pitchFamily="18" charset="0"/>
                          <a:cs typeface="Times New Roman" panose="02020603050405020304" pitchFamily="18" charset="0"/>
                        </a:rPr>
                        <a:t>93.0</a:t>
                      </a:r>
                    </a:p>
                  </a:txBody>
                  <a:tcPr marL="94643" marR="94643" marT="47321" marB="47321">
                    <a:solidFill>
                      <a:schemeClr val="bg1">
                        <a:lumMod val="85000"/>
                      </a:schemeClr>
                    </a:solidFill>
                  </a:tcPr>
                </a:tc>
                <a:tc>
                  <a:txBody>
                    <a:bodyPr/>
                    <a:lstStyle/>
                    <a:p>
                      <a:pPr algn="ctr"/>
                      <a:r>
                        <a:rPr lang="en-US" sz="2100" b="1" dirty="0">
                          <a:latin typeface="Times New Roman" panose="02020603050405020304" pitchFamily="18" charset="0"/>
                          <a:cs typeface="Times New Roman" panose="02020603050405020304" pitchFamily="18" charset="0"/>
                        </a:rPr>
                        <a:t>85.77</a:t>
                      </a:r>
                    </a:p>
                  </a:txBody>
                  <a:tcPr marL="94643" marR="94643" marT="47321" marB="47321">
                    <a:solidFill>
                      <a:schemeClr val="bg1">
                        <a:lumMod val="85000"/>
                      </a:schemeClr>
                    </a:solidFill>
                  </a:tcPr>
                </a:tc>
                <a:tc>
                  <a:txBody>
                    <a:bodyPr/>
                    <a:lstStyle/>
                    <a:p>
                      <a:pPr algn="ctr"/>
                      <a:r>
                        <a:rPr lang="en-US" sz="2100" b="1" dirty="0">
                          <a:latin typeface="Times New Roman" panose="02020603050405020304" pitchFamily="18" charset="0"/>
                          <a:cs typeface="Times New Roman" panose="02020603050405020304" pitchFamily="18" charset="0"/>
                        </a:rPr>
                        <a:t>86.8</a:t>
                      </a:r>
                    </a:p>
                  </a:txBody>
                  <a:tcPr marL="94643" marR="94643" marT="47321" marB="47321">
                    <a:solidFill>
                      <a:schemeClr val="bg1">
                        <a:lumMod val="85000"/>
                      </a:schemeClr>
                    </a:solidFill>
                  </a:tcPr>
                </a:tc>
                <a:tc>
                  <a:txBody>
                    <a:bodyPr/>
                    <a:lstStyle/>
                    <a:p>
                      <a:pPr algn="ctr"/>
                      <a:r>
                        <a:rPr lang="en-US" sz="2400" b="1" dirty="0">
                          <a:solidFill>
                            <a:srgbClr val="FA6671"/>
                          </a:solidFill>
                          <a:latin typeface="Times New Roman" panose="02020603050405020304" pitchFamily="18" charset="0"/>
                          <a:cs typeface="Times New Roman" panose="02020603050405020304" pitchFamily="18" charset="0"/>
                        </a:rPr>
                        <a:t>82.91%</a:t>
                      </a:r>
                    </a:p>
                  </a:txBody>
                  <a:tcPr marL="94643" marR="94643" marT="47321" marB="47321">
                    <a:solidFill>
                      <a:schemeClr val="bg1">
                        <a:lumMod val="85000"/>
                      </a:schemeClr>
                    </a:solidFill>
                  </a:tcPr>
                </a:tc>
                <a:extLst>
                  <a:ext uri="{0D108BD9-81ED-4DB2-BD59-A6C34878D82A}">
                    <a16:rowId xmlns:a16="http://schemas.microsoft.com/office/drawing/2014/main" val="1485063463"/>
                  </a:ext>
                </a:extLst>
              </a:tr>
            </a:tbl>
          </a:graphicData>
        </a:graphic>
      </p:graphicFrame>
    </p:spTree>
    <p:extLst>
      <p:ext uri="{BB962C8B-B14F-4D97-AF65-F5344CB8AC3E}">
        <p14:creationId xmlns:p14="http://schemas.microsoft.com/office/powerpoint/2010/main" val="4196421302"/>
      </p:ext>
    </p:extLst>
  </p:cSld>
  <p:clrMapOvr>
    <a:masterClrMapping/>
  </p:clrMapOvr>
  <p:transition spd="slow">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CD32F207-3BB2-5153-4D44-F70CCE4A416C}"/>
              </a:ext>
            </a:extLst>
          </p:cNvPr>
          <p:cNvSpPr txBox="1"/>
          <p:nvPr/>
        </p:nvSpPr>
        <p:spPr>
          <a:xfrm>
            <a:off x="-213519" y="-120104"/>
            <a:ext cx="4130309" cy="7222811"/>
          </a:xfrm>
          <a:prstGeom prst="rect">
            <a:avLst/>
          </a:prstGeom>
          <a:solidFill>
            <a:srgbClr val="FA6671"/>
          </a:solidFill>
        </p:spPr>
        <p:txBody>
          <a:bodyPr wrap="square" rtlCol="0">
            <a:spAutoFit/>
          </a:bodyPr>
          <a:lstStyle/>
          <a:p>
            <a:pPr algn="ctr"/>
            <a:endParaRPr lang="en-US" sz="1448" dirty="0">
              <a:solidFill>
                <a:schemeClr val="accent6">
                  <a:lumMod val="50000"/>
                </a:schemeClr>
              </a:solidFill>
            </a:endParaRPr>
          </a:p>
          <a:p>
            <a:endParaRPr lang="en-US" sz="1448" dirty="0">
              <a:solidFill>
                <a:schemeClr val="accent6">
                  <a:lumMod val="50000"/>
                </a:schemeClr>
              </a:solidFill>
            </a:endParaRPr>
          </a:p>
          <a:p>
            <a:endParaRPr lang="en-US" sz="1448" dirty="0">
              <a:solidFill>
                <a:schemeClr val="accent6">
                  <a:lumMod val="50000"/>
                </a:schemeClr>
              </a:solidFill>
            </a:endParaRPr>
          </a:p>
          <a:p>
            <a:pPr algn="ctr"/>
            <a:r>
              <a:rPr lang="en-US" sz="2898" b="1" u="sng" dirty="0">
                <a:solidFill>
                  <a:schemeClr val="bg1"/>
                </a:solidFill>
                <a:latin typeface="Times New Roman" panose="02020603050405020304" pitchFamily="18" charset="0"/>
                <a:cs typeface="Times New Roman" panose="02020603050405020304" pitchFamily="18" charset="0"/>
              </a:rPr>
              <a:t>Results Summary</a:t>
            </a:r>
          </a:p>
          <a:p>
            <a:endParaRPr lang="en-US" sz="1448" dirty="0">
              <a:solidFill>
                <a:schemeClr val="accent6">
                  <a:lumMod val="50000"/>
                </a:schemeClr>
              </a:solidFill>
            </a:endParaRPr>
          </a:p>
          <a:p>
            <a:endParaRPr lang="en-US" sz="1448" dirty="0">
              <a:solidFill>
                <a:schemeClr val="accent6">
                  <a:lumMod val="50000"/>
                </a:schemeClr>
              </a:solidFill>
            </a:endParaRPr>
          </a:p>
          <a:p>
            <a:endParaRPr lang="en-US" sz="1448" dirty="0">
              <a:solidFill>
                <a:schemeClr val="accent6">
                  <a:lumMod val="50000"/>
                </a:schemeClr>
              </a:solidFill>
            </a:endParaRPr>
          </a:p>
          <a:p>
            <a:endParaRPr lang="en-US" sz="1448" dirty="0">
              <a:solidFill>
                <a:schemeClr val="accent6">
                  <a:lumMod val="50000"/>
                </a:schemeClr>
              </a:solidFill>
            </a:endParaRPr>
          </a:p>
          <a:p>
            <a:endParaRPr lang="en-US" sz="1448" dirty="0">
              <a:solidFill>
                <a:schemeClr val="accent6">
                  <a:lumMod val="50000"/>
                </a:schemeClr>
              </a:solidFill>
            </a:endParaRPr>
          </a:p>
          <a:p>
            <a:endParaRPr lang="en-US" sz="1448" dirty="0">
              <a:solidFill>
                <a:schemeClr val="accent6">
                  <a:lumMod val="50000"/>
                </a:schemeClr>
              </a:solidFill>
            </a:endParaRPr>
          </a:p>
          <a:p>
            <a:endParaRPr lang="en-US" sz="1448" dirty="0">
              <a:solidFill>
                <a:schemeClr val="accent6">
                  <a:lumMod val="50000"/>
                </a:schemeClr>
              </a:solidFill>
            </a:endParaRPr>
          </a:p>
          <a:p>
            <a:endParaRPr lang="en-US" sz="1448" dirty="0">
              <a:solidFill>
                <a:schemeClr val="accent6">
                  <a:lumMod val="50000"/>
                </a:schemeClr>
              </a:solidFill>
            </a:endParaRPr>
          </a:p>
          <a:p>
            <a:endParaRPr lang="en-US" sz="1448" dirty="0">
              <a:solidFill>
                <a:schemeClr val="accent6">
                  <a:lumMod val="50000"/>
                </a:schemeClr>
              </a:solidFill>
            </a:endParaRPr>
          </a:p>
          <a:p>
            <a:endParaRPr lang="en-US" sz="1448" dirty="0">
              <a:solidFill>
                <a:schemeClr val="accent6">
                  <a:lumMod val="50000"/>
                </a:schemeClr>
              </a:solidFill>
            </a:endParaRPr>
          </a:p>
          <a:p>
            <a:endParaRPr lang="en-US" sz="1448" dirty="0">
              <a:solidFill>
                <a:schemeClr val="accent6">
                  <a:lumMod val="50000"/>
                </a:schemeClr>
              </a:solidFill>
            </a:endParaRPr>
          </a:p>
          <a:p>
            <a:endParaRPr lang="en-US" sz="1448" dirty="0">
              <a:solidFill>
                <a:schemeClr val="accent6">
                  <a:lumMod val="50000"/>
                </a:schemeClr>
              </a:solidFill>
            </a:endParaRPr>
          </a:p>
          <a:p>
            <a:endParaRPr lang="en-US" sz="1448" dirty="0">
              <a:solidFill>
                <a:schemeClr val="accent6">
                  <a:lumMod val="50000"/>
                </a:schemeClr>
              </a:solidFill>
            </a:endParaRPr>
          </a:p>
          <a:p>
            <a:endParaRPr lang="en-US" sz="1448" dirty="0">
              <a:solidFill>
                <a:schemeClr val="accent6">
                  <a:lumMod val="50000"/>
                </a:schemeClr>
              </a:solidFill>
            </a:endParaRPr>
          </a:p>
          <a:p>
            <a:endParaRPr lang="en-US" sz="1448" dirty="0">
              <a:solidFill>
                <a:schemeClr val="accent6">
                  <a:lumMod val="50000"/>
                </a:schemeClr>
              </a:solidFill>
            </a:endParaRPr>
          </a:p>
          <a:p>
            <a:endParaRPr lang="en-US" sz="1448" dirty="0">
              <a:solidFill>
                <a:schemeClr val="accent6">
                  <a:lumMod val="50000"/>
                </a:schemeClr>
              </a:solidFill>
            </a:endParaRPr>
          </a:p>
          <a:p>
            <a:endParaRPr lang="en-US" sz="1448" dirty="0">
              <a:solidFill>
                <a:schemeClr val="accent6">
                  <a:lumMod val="50000"/>
                </a:schemeClr>
              </a:solidFill>
            </a:endParaRPr>
          </a:p>
          <a:p>
            <a:endParaRPr lang="en-US" sz="1448" dirty="0">
              <a:solidFill>
                <a:schemeClr val="accent6">
                  <a:lumMod val="50000"/>
                </a:schemeClr>
              </a:solidFill>
            </a:endParaRPr>
          </a:p>
          <a:p>
            <a:endParaRPr lang="en-US" sz="1448" dirty="0">
              <a:solidFill>
                <a:schemeClr val="accent6">
                  <a:lumMod val="50000"/>
                </a:schemeClr>
              </a:solidFill>
            </a:endParaRPr>
          </a:p>
          <a:p>
            <a:endParaRPr lang="en-US" sz="1448" dirty="0">
              <a:solidFill>
                <a:schemeClr val="accent6">
                  <a:lumMod val="50000"/>
                </a:schemeClr>
              </a:solidFill>
            </a:endParaRPr>
          </a:p>
          <a:p>
            <a:endParaRPr lang="en-US" sz="1448" dirty="0">
              <a:solidFill>
                <a:schemeClr val="accent6">
                  <a:lumMod val="50000"/>
                </a:schemeClr>
              </a:solidFill>
            </a:endParaRPr>
          </a:p>
          <a:p>
            <a:endParaRPr lang="en-US" sz="1448" dirty="0">
              <a:solidFill>
                <a:schemeClr val="accent6">
                  <a:lumMod val="50000"/>
                </a:schemeClr>
              </a:solidFill>
            </a:endParaRPr>
          </a:p>
          <a:p>
            <a:endParaRPr lang="en-US" sz="1448" dirty="0">
              <a:solidFill>
                <a:schemeClr val="accent6">
                  <a:lumMod val="50000"/>
                </a:schemeClr>
              </a:solidFill>
            </a:endParaRPr>
          </a:p>
          <a:p>
            <a:endParaRPr lang="en-US" sz="1448" dirty="0">
              <a:solidFill>
                <a:schemeClr val="accent6">
                  <a:lumMod val="50000"/>
                </a:schemeClr>
              </a:solidFill>
            </a:endParaRPr>
          </a:p>
          <a:p>
            <a:endParaRPr lang="en-US" sz="1448" dirty="0"/>
          </a:p>
          <a:p>
            <a:endParaRPr lang="en-US" sz="1448" dirty="0"/>
          </a:p>
          <a:p>
            <a:endParaRPr lang="en-US" sz="1448" dirty="0"/>
          </a:p>
        </p:txBody>
      </p:sp>
      <p:sp>
        <p:nvSpPr>
          <p:cNvPr id="25" name="Slide Number Placeholder 24">
            <a:extLst>
              <a:ext uri="{FF2B5EF4-FFF2-40B4-BE49-F238E27FC236}">
                <a16:creationId xmlns:a16="http://schemas.microsoft.com/office/drawing/2014/main" id="{0336AB25-7420-688A-96F9-C4ADBC79F3B7}"/>
              </a:ext>
            </a:extLst>
          </p:cNvPr>
          <p:cNvSpPr>
            <a:spLocks noGrp="1"/>
          </p:cNvSpPr>
          <p:nvPr>
            <p:ph type="sldNum" idx="12"/>
          </p:nvPr>
        </p:nvSpPr>
        <p:spPr/>
        <p:txBody>
          <a:bodyPr/>
          <a:lstStyle/>
          <a:p>
            <a:fld id="{00000000-1234-1234-1234-123412341234}" type="slidenum">
              <a:rPr lang="en-US" smtClean="0"/>
              <a:pPr/>
              <a:t>28</a:t>
            </a:fld>
            <a:endParaRPr lang="en-US"/>
          </a:p>
        </p:txBody>
      </p:sp>
      <p:sp>
        <p:nvSpPr>
          <p:cNvPr id="2" name="Rectangle 1"/>
          <p:cNvSpPr/>
          <p:nvPr/>
        </p:nvSpPr>
        <p:spPr>
          <a:xfrm>
            <a:off x="1108153" y="2490735"/>
            <a:ext cx="97903" cy="168072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EG" sz="1448"/>
          </a:p>
        </p:txBody>
      </p:sp>
      <p:sp>
        <p:nvSpPr>
          <p:cNvPr id="3" name="Rectangle 2"/>
          <p:cNvSpPr/>
          <p:nvPr/>
        </p:nvSpPr>
        <p:spPr>
          <a:xfrm>
            <a:off x="1108154" y="4040915"/>
            <a:ext cx="2137621" cy="13054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EG" sz="1448"/>
          </a:p>
        </p:txBody>
      </p:sp>
      <p:sp>
        <p:nvSpPr>
          <p:cNvPr id="4" name="Rectangle 3"/>
          <p:cNvSpPr/>
          <p:nvPr/>
        </p:nvSpPr>
        <p:spPr>
          <a:xfrm>
            <a:off x="1450823" y="3029223"/>
            <a:ext cx="293719" cy="864839"/>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EG" sz="1448"/>
          </a:p>
        </p:txBody>
      </p:sp>
      <p:sp>
        <p:nvSpPr>
          <p:cNvPr id="9" name="Rectangle 8"/>
          <p:cNvSpPr/>
          <p:nvPr/>
        </p:nvSpPr>
        <p:spPr>
          <a:xfrm>
            <a:off x="1880523" y="2621278"/>
            <a:ext cx="293719" cy="1264623"/>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EG" sz="1448"/>
          </a:p>
        </p:txBody>
      </p:sp>
      <p:sp>
        <p:nvSpPr>
          <p:cNvPr id="10" name="Rectangle 9"/>
          <p:cNvSpPr/>
          <p:nvPr/>
        </p:nvSpPr>
        <p:spPr>
          <a:xfrm>
            <a:off x="2315662" y="2882359"/>
            <a:ext cx="293719" cy="1011699"/>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EG" sz="1448"/>
          </a:p>
        </p:txBody>
      </p:sp>
      <p:sp>
        <p:nvSpPr>
          <p:cNvPr id="11" name="Rectangle 10"/>
          <p:cNvSpPr/>
          <p:nvPr/>
        </p:nvSpPr>
        <p:spPr>
          <a:xfrm>
            <a:off x="2750795" y="3495516"/>
            <a:ext cx="293719" cy="398539"/>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EG" sz="1448"/>
          </a:p>
        </p:txBody>
      </p:sp>
      <p:pic>
        <p:nvPicPr>
          <p:cNvPr id="7" name="Picture 6">
            <a:extLst>
              <a:ext uri="{FF2B5EF4-FFF2-40B4-BE49-F238E27FC236}">
                <a16:creationId xmlns:a16="http://schemas.microsoft.com/office/drawing/2014/main" id="{F7BE6016-E0CD-FB1D-5ECA-124C1DF5EBD2}"/>
              </a:ext>
            </a:extLst>
          </p:cNvPr>
          <p:cNvPicPr>
            <a:picLocks noChangeAspect="1"/>
          </p:cNvPicPr>
          <p:nvPr/>
        </p:nvPicPr>
        <p:blipFill>
          <a:blip r:embed="rId2"/>
          <a:stretch>
            <a:fillRect/>
          </a:stretch>
        </p:blipFill>
        <p:spPr>
          <a:xfrm>
            <a:off x="4591258" y="1491183"/>
            <a:ext cx="6762546" cy="4000236"/>
          </a:xfrm>
          <a:prstGeom prst="rect">
            <a:avLst/>
          </a:prstGeom>
        </p:spPr>
      </p:pic>
    </p:spTree>
    <p:extLst>
      <p:ext uri="{BB962C8B-B14F-4D97-AF65-F5344CB8AC3E}">
        <p14:creationId xmlns:p14="http://schemas.microsoft.com/office/powerpoint/2010/main" val="4252279156"/>
      </p:ext>
    </p:extLst>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28"/>
          <p:cNvSpPr txBox="1">
            <a:spLocks noGrp="1"/>
          </p:cNvSpPr>
          <p:nvPr>
            <p:ph type="subTitle" idx="1"/>
          </p:nvPr>
        </p:nvSpPr>
        <p:spPr>
          <a:xfrm>
            <a:off x="179615" y="-120103"/>
            <a:ext cx="7600543" cy="588241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1035"/>
              </a:spcBef>
              <a:spcAft>
                <a:spcPts val="0"/>
              </a:spcAft>
              <a:buSzPts val="2400"/>
              <a:buNone/>
            </a:pPr>
            <a:r>
              <a:rPr lang="en-US" sz="3500" b="1" dirty="0">
                <a:solidFill>
                  <a:srgbClr val="FA6690"/>
                </a:solidFill>
                <a:latin typeface="Times New Roman" panose="02020603050405020304" pitchFamily="18" charset="0"/>
                <a:ea typeface="Times New Roman"/>
                <a:cs typeface="Times New Roman" panose="02020603050405020304" pitchFamily="18" charset="0"/>
                <a:sym typeface="Times New Roman"/>
              </a:rPr>
              <a:t>Experimental</a:t>
            </a:r>
            <a:r>
              <a:rPr lang="en-US" sz="3313" b="1" dirty="0">
                <a:solidFill>
                  <a:srgbClr val="FA6671"/>
                </a:solidFill>
                <a:latin typeface="Times New Roman"/>
                <a:ea typeface="Times New Roman"/>
                <a:cs typeface="Times New Roman"/>
                <a:sym typeface="Times New Roman"/>
              </a:rPr>
              <a:t> </a:t>
            </a:r>
            <a:r>
              <a:rPr lang="en-US" sz="3500" b="1" dirty="0">
                <a:solidFill>
                  <a:srgbClr val="FA6690"/>
                </a:solidFill>
                <a:latin typeface="Times New Roman" panose="02020603050405020304" pitchFamily="18" charset="0"/>
                <a:ea typeface="Times New Roman"/>
                <a:cs typeface="Times New Roman" panose="02020603050405020304" pitchFamily="18" charset="0"/>
                <a:sym typeface="Times New Roman"/>
              </a:rPr>
              <a:t>Result</a:t>
            </a:r>
            <a:r>
              <a:rPr lang="en-US" sz="3313" b="1" dirty="0">
                <a:solidFill>
                  <a:srgbClr val="FA6671"/>
                </a:solidFill>
                <a:latin typeface="Times New Roman"/>
                <a:ea typeface="Times New Roman"/>
                <a:cs typeface="Times New Roman"/>
                <a:sym typeface="Times New Roman"/>
              </a:rPr>
              <a:t>: </a:t>
            </a:r>
            <a:r>
              <a:rPr lang="en-US" sz="3313" b="1" dirty="0">
                <a:solidFill>
                  <a:schemeClr val="dk1"/>
                </a:solidFill>
                <a:latin typeface="Times New Roman"/>
                <a:ea typeface="Times New Roman"/>
                <a:cs typeface="Times New Roman"/>
                <a:sym typeface="Times New Roman"/>
              </a:rPr>
              <a:t>Demo </a:t>
            </a:r>
            <a:endParaRPr dirty="0"/>
          </a:p>
          <a:p>
            <a:pPr marL="0" lvl="0" indent="0" algn="l" rtl="0">
              <a:lnSpc>
                <a:spcPct val="90000"/>
              </a:lnSpc>
              <a:spcBef>
                <a:spcPts val="1035"/>
              </a:spcBef>
              <a:spcAft>
                <a:spcPts val="0"/>
              </a:spcAft>
              <a:buSzPts val="2400"/>
              <a:buNone/>
            </a:pPr>
            <a:r>
              <a:rPr lang="en-US" sz="3313" b="1" dirty="0">
                <a:solidFill>
                  <a:srgbClr val="548135"/>
                </a:solidFill>
                <a:latin typeface="Times New Roman"/>
                <a:ea typeface="Times New Roman"/>
                <a:cs typeface="Times New Roman"/>
                <a:sym typeface="Times New Roman"/>
              </a:rPr>
              <a:t> </a:t>
            </a:r>
            <a:br>
              <a:rPr lang="en-US" sz="3313" b="1" dirty="0">
                <a:solidFill>
                  <a:srgbClr val="548135"/>
                </a:solidFill>
                <a:latin typeface="Times New Roman"/>
                <a:ea typeface="Times New Roman"/>
                <a:cs typeface="Times New Roman"/>
                <a:sym typeface="Times New Roman"/>
              </a:rPr>
            </a:br>
            <a:endParaRPr sz="2069" dirty="0">
              <a:latin typeface="Times New Roman"/>
              <a:ea typeface="Times New Roman"/>
              <a:cs typeface="Times New Roman"/>
              <a:sym typeface="Times New Roman"/>
            </a:endParaRPr>
          </a:p>
          <a:p>
            <a:pPr marL="52581" lvl="0" indent="0" algn="l" rtl="0">
              <a:lnSpc>
                <a:spcPct val="90000"/>
              </a:lnSpc>
              <a:spcBef>
                <a:spcPts val="1035"/>
              </a:spcBef>
              <a:spcAft>
                <a:spcPts val="0"/>
              </a:spcAft>
              <a:buSzPts val="2400"/>
              <a:buNone/>
            </a:pPr>
            <a:endParaRPr sz="726" dirty="0">
              <a:latin typeface="Times New Roman"/>
              <a:ea typeface="Times New Roman"/>
              <a:cs typeface="Times New Roman"/>
              <a:sym typeface="Times New Roman"/>
            </a:endParaRPr>
          </a:p>
        </p:txBody>
      </p:sp>
      <p:sp>
        <p:nvSpPr>
          <p:cNvPr id="385" name="Google Shape;385;p28"/>
          <p:cNvSpPr txBox="1">
            <a:spLocks noGrp="1"/>
          </p:cNvSpPr>
          <p:nvPr>
            <p:ph type="sldNum" idx="12"/>
          </p:nvPr>
        </p:nvSpPr>
        <p:spPr>
          <a:xfrm>
            <a:off x="8610603" y="6356361"/>
            <a:ext cx="2743201" cy="36512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29</a:t>
            </a:fld>
            <a:endParaRPr/>
          </a:p>
        </p:txBody>
      </p:sp>
      <p:sp>
        <p:nvSpPr>
          <p:cNvPr id="386" name="Google Shape;386;p28"/>
          <p:cNvSpPr txBox="1"/>
          <p:nvPr/>
        </p:nvSpPr>
        <p:spPr>
          <a:xfrm>
            <a:off x="92036" y="1793467"/>
            <a:ext cx="11717452" cy="4739661"/>
          </a:xfrm>
          <a:prstGeom prst="rect">
            <a:avLst/>
          </a:prstGeom>
          <a:noFill/>
          <a:ln>
            <a:noFill/>
          </a:ln>
        </p:spPr>
        <p:txBody>
          <a:bodyPr spcFirstLastPara="1" wrap="square" lIns="94625" tIns="47300" rIns="94625" bIns="47300" anchor="t" anchorCtr="0">
            <a:noAutofit/>
          </a:bodyPr>
          <a:lstStyle/>
          <a:p>
            <a:pPr marL="0" marR="0" lvl="0" indent="0" algn="just" rtl="0">
              <a:lnSpc>
                <a:spcPct val="100000"/>
              </a:lnSpc>
              <a:spcBef>
                <a:spcPts val="1000"/>
              </a:spcBef>
              <a:spcAft>
                <a:spcPts val="0"/>
              </a:spcAft>
              <a:buClr>
                <a:schemeClr val="dk1"/>
              </a:buClr>
              <a:buSzPts val="2400"/>
              <a:buFont typeface="Arial"/>
              <a:buNone/>
            </a:pPr>
            <a:endParaRPr sz="1862"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1621"/>
              </a:spcBef>
              <a:spcAft>
                <a:spcPts val="0"/>
              </a:spcAft>
              <a:buClr>
                <a:schemeClr val="dk1"/>
              </a:buClr>
              <a:buSzPts val="2400"/>
              <a:buFont typeface="Arial"/>
              <a:buNone/>
            </a:pPr>
            <a:endParaRPr sz="1862"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1621"/>
              </a:spcBef>
              <a:spcAft>
                <a:spcPts val="621"/>
              </a:spcAft>
              <a:buClr>
                <a:schemeClr val="dk1"/>
              </a:buClr>
              <a:buSzPts val="2400"/>
              <a:buFont typeface="Arial"/>
              <a:buNone/>
            </a:pPr>
            <a:r>
              <a:rPr lang="en-US" sz="1862" b="0" i="0" u="none" strike="noStrike" cap="none">
                <a:solidFill>
                  <a:schemeClr val="dk1"/>
                </a:solidFill>
                <a:latin typeface="Times New Roman"/>
                <a:ea typeface="Times New Roman"/>
                <a:cs typeface="Times New Roman"/>
                <a:sym typeface="Times New Roman"/>
              </a:rPr>
              <a:t> </a:t>
            </a:r>
            <a:endParaRPr sz="2069" b="0" i="0" u="none" strike="noStrike" cap="none">
              <a:solidFill>
                <a:schemeClr val="dk1"/>
              </a:solidFill>
              <a:latin typeface="Calibri"/>
              <a:ea typeface="Calibri"/>
              <a:cs typeface="Calibri"/>
              <a:sym typeface="Calibri"/>
            </a:endParaRPr>
          </a:p>
        </p:txBody>
      </p:sp>
      <p:sp>
        <p:nvSpPr>
          <p:cNvPr id="387" name="Google Shape;387;p28"/>
          <p:cNvSpPr/>
          <p:nvPr/>
        </p:nvSpPr>
        <p:spPr>
          <a:xfrm rot="-3320325" flipH="1">
            <a:off x="10230140" y="353388"/>
            <a:ext cx="1183702" cy="1188369"/>
          </a:xfrm>
          <a:prstGeom prst="triangle">
            <a:avLst>
              <a:gd name="adj" fmla="val 50000"/>
            </a:avLst>
          </a:prstGeom>
          <a:solidFill>
            <a:srgbClr val="D8D8D8"/>
          </a:solidFill>
          <a:ln>
            <a:noFill/>
          </a:ln>
        </p:spPr>
        <p:txBody>
          <a:bodyPr spcFirstLastPara="1" wrap="square" lIns="94625" tIns="47300" rIns="94625" bIns="47300" anchor="ctr" anchorCtr="0">
            <a:noAutofit/>
          </a:bodyPr>
          <a:lstStyle/>
          <a:p>
            <a:pPr marL="0" marR="0" lvl="0" indent="0" algn="ctr" rtl="0">
              <a:lnSpc>
                <a:spcPct val="100000"/>
              </a:lnSpc>
              <a:spcBef>
                <a:spcPts val="0"/>
              </a:spcBef>
              <a:spcAft>
                <a:spcPts val="0"/>
              </a:spcAft>
              <a:buNone/>
            </a:pPr>
            <a:endParaRPr sz="1862" b="0" i="0" u="none" strike="noStrike" cap="none">
              <a:solidFill>
                <a:schemeClr val="lt1"/>
              </a:solidFill>
              <a:latin typeface="Calibri"/>
              <a:ea typeface="Calibri"/>
              <a:cs typeface="Calibri"/>
              <a:sym typeface="Calibri"/>
            </a:endParaRPr>
          </a:p>
        </p:txBody>
      </p:sp>
      <p:sp>
        <p:nvSpPr>
          <p:cNvPr id="388" name="Google Shape;388;p28"/>
          <p:cNvSpPr/>
          <p:nvPr/>
        </p:nvSpPr>
        <p:spPr>
          <a:xfrm rot="-7712071" flipH="1">
            <a:off x="10794650" y="227676"/>
            <a:ext cx="1095806" cy="909346"/>
          </a:xfrm>
          <a:prstGeom prst="triangle">
            <a:avLst>
              <a:gd name="adj" fmla="val 50000"/>
            </a:avLst>
          </a:prstGeom>
          <a:solidFill>
            <a:srgbClr val="FA6671"/>
          </a:solidFill>
          <a:ln>
            <a:noFill/>
          </a:ln>
        </p:spPr>
        <p:txBody>
          <a:bodyPr spcFirstLastPara="1" wrap="square" lIns="94625" tIns="47300" rIns="94625" bIns="47300" anchor="ctr" anchorCtr="0">
            <a:noAutofit/>
          </a:bodyPr>
          <a:lstStyle/>
          <a:p>
            <a:pPr marL="0" marR="0" lvl="0" indent="0" algn="ctr" rtl="0">
              <a:lnSpc>
                <a:spcPct val="100000"/>
              </a:lnSpc>
              <a:spcBef>
                <a:spcPts val="0"/>
              </a:spcBef>
              <a:spcAft>
                <a:spcPts val="0"/>
              </a:spcAft>
              <a:buNone/>
            </a:pPr>
            <a:endParaRPr sz="1862" b="0" i="0" u="none" strike="noStrike" cap="none">
              <a:solidFill>
                <a:schemeClr val="lt1"/>
              </a:solidFill>
              <a:latin typeface="Calibri"/>
              <a:ea typeface="Calibri"/>
              <a:cs typeface="Calibri"/>
              <a:sym typeface="Calibri"/>
            </a:endParaRPr>
          </a:p>
        </p:txBody>
      </p:sp>
      <p:cxnSp>
        <p:nvCxnSpPr>
          <p:cNvPr id="9" name="Google Shape;130;p6"/>
          <p:cNvCxnSpPr/>
          <p:nvPr/>
        </p:nvCxnSpPr>
        <p:spPr>
          <a:xfrm>
            <a:off x="179615" y="667905"/>
            <a:ext cx="4087587" cy="14444"/>
          </a:xfrm>
          <a:prstGeom prst="straightConnector1">
            <a:avLst/>
          </a:prstGeom>
          <a:noFill/>
          <a:ln w="38100" cap="flat" cmpd="sng">
            <a:solidFill>
              <a:srgbClr val="FA6690"/>
            </a:solidFill>
            <a:prstDash val="solid"/>
            <a:round/>
            <a:headEnd type="none" w="sm" len="sm"/>
            <a:tailEnd type="none" w="sm" len="sm"/>
          </a:ln>
          <a:effectLst>
            <a:outerShdw blurRad="40000" dist="23000" dir="5400000" rotWithShape="0">
              <a:srgbClr val="000000">
                <a:alpha val="34901"/>
              </a:srgbClr>
            </a:outerShdw>
          </a:effectLst>
        </p:spPr>
      </p:cxnSp>
      <p:pic>
        <p:nvPicPr>
          <p:cNvPr id="4" name="FinalDiscussionDemo">
            <a:hlinkClick r:id="" action="ppaction://media"/>
            <a:extLst>
              <a:ext uri="{FF2B5EF4-FFF2-40B4-BE49-F238E27FC236}">
                <a16:creationId xmlns:a16="http://schemas.microsoft.com/office/drawing/2014/main" id="{20F5AB91-3CCE-EF2B-E938-29D947596911}"/>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 y="682349"/>
            <a:ext cx="12192000" cy="6175651"/>
          </a:xfrm>
          <a:prstGeom prst="rect">
            <a:avLst/>
          </a:prstGeom>
        </p:spPr>
      </p:pic>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5139"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96DE0336-FE28-E1E4-E684-8C28A5217D4A}"/>
              </a:ext>
            </a:extLst>
          </p:cNvPr>
          <p:cNvSpPr>
            <a:spLocks noGrp="1"/>
          </p:cNvSpPr>
          <p:nvPr>
            <p:ph type="subTitle" idx="1"/>
          </p:nvPr>
        </p:nvSpPr>
        <p:spPr>
          <a:xfrm>
            <a:off x="179615" y="-120103"/>
            <a:ext cx="7600543" cy="5882412"/>
          </a:xfrm>
        </p:spPr>
        <p:txBody>
          <a:bodyPr/>
          <a:lstStyle/>
          <a:p>
            <a:pPr algn="l"/>
            <a:endParaRPr lang="en-US" sz="2898" b="1" dirty="0">
              <a:solidFill>
                <a:schemeClr val="accent6">
                  <a:lumMod val="50000"/>
                </a:schemeClr>
              </a:solidFill>
              <a:latin typeface="Times New Roman" panose="02020603050405020304" pitchFamily="18" charset="0"/>
              <a:cs typeface="Times New Roman" panose="02020603050405020304" pitchFamily="18" charset="0"/>
            </a:endParaRPr>
          </a:p>
          <a:p>
            <a:pPr marL="0" indent="0" algn="l"/>
            <a:r>
              <a:rPr lang="en-US" sz="3313" b="1" dirty="0">
                <a:solidFill>
                  <a:srgbClr val="FA6671"/>
                </a:solidFill>
                <a:latin typeface="Times New Roman" panose="02020603050405020304" pitchFamily="18" charset="0"/>
                <a:cs typeface="Times New Roman" panose="02020603050405020304" pitchFamily="18" charset="0"/>
              </a:rPr>
              <a:t>Conclusion </a:t>
            </a:r>
          </a:p>
          <a:p>
            <a:pPr marL="0" indent="0" algn="l"/>
            <a:r>
              <a:rPr lang="en-US" sz="3313" b="1" dirty="0">
                <a:solidFill>
                  <a:schemeClr val="accent6">
                    <a:lumMod val="75000"/>
                  </a:schemeClr>
                </a:solidFill>
                <a:latin typeface="Times New Roman" panose="02020603050405020304" pitchFamily="18" charset="0"/>
                <a:cs typeface="Times New Roman" panose="02020603050405020304" pitchFamily="18" charset="0"/>
              </a:rPr>
              <a:t> </a:t>
            </a:r>
          </a:p>
          <a:p>
            <a:pPr marL="0" indent="0" algn="l"/>
            <a:endParaRPr lang="en-US" sz="3313" b="1" dirty="0">
              <a:solidFill>
                <a:schemeClr val="accent6">
                  <a:lumMod val="75000"/>
                </a:schemeClr>
              </a:solidFill>
              <a:latin typeface="Times New Roman" panose="02020603050405020304" pitchFamily="18" charset="0"/>
              <a:cs typeface="Times New Roman" panose="02020603050405020304" pitchFamily="18" charset="0"/>
            </a:endParaRPr>
          </a:p>
          <a:p>
            <a:pPr marL="0" indent="0" algn="l"/>
            <a:endParaRPr lang="en-US" sz="3313" b="1" dirty="0">
              <a:solidFill>
                <a:schemeClr val="accent6">
                  <a:lumMod val="75000"/>
                </a:schemeClr>
              </a:solidFill>
              <a:latin typeface="Times New Roman" panose="02020603050405020304" pitchFamily="18" charset="0"/>
              <a:cs typeface="Times New Roman" panose="02020603050405020304" pitchFamily="18" charset="0"/>
            </a:endParaRPr>
          </a:p>
          <a:p>
            <a:pPr marL="0" indent="0" algn="l"/>
            <a:endParaRPr lang="en-US" sz="3313" b="1" dirty="0">
              <a:solidFill>
                <a:schemeClr val="accent6">
                  <a:lumMod val="75000"/>
                </a:schemeClr>
              </a:solidFill>
              <a:latin typeface="Times New Roman" panose="02020603050405020304" pitchFamily="18" charset="0"/>
              <a:cs typeface="Times New Roman" panose="02020603050405020304" pitchFamily="18" charset="0"/>
            </a:endParaRPr>
          </a:p>
          <a:p>
            <a:pPr marL="0" indent="0" algn="l"/>
            <a:endParaRPr lang="en-US" sz="3313" b="1" dirty="0">
              <a:solidFill>
                <a:schemeClr val="accent6">
                  <a:lumMod val="75000"/>
                </a:schemeClr>
              </a:solidFill>
              <a:latin typeface="Times New Roman" panose="02020603050405020304" pitchFamily="18" charset="0"/>
              <a:cs typeface="Times New Roman" panose="02020603050405020304" pitchFamily="18" charset="0"/>
            </a:endParaRPr>
          </a:p>
          <a:p>
            <a:pPr marL="0" indent="0" algn="l"/>
            <a:endParaRPr lang="en-US" sz="3313" b="1" dirty="0">
              <a:solidFill>
                <a:schemeClr val="accent6">
                  <a:lumMod val="75000"/>
                </a:schemeClr>
              </a:solidFill>
              <a:latin typeface="Times New Roman" panose="02020603050405020304" pitchFamily="18" charset="0"/>
              <a:cs typeface="Times New Roman" panose="02020603050405020304" pitchFamily="18" charset="0"/>
            </a:endParaRPr>
          </a:p>
          <a:p>
            <a:pPr marL="0" indent="0" algn="l"/>
            <a:br>
              <a:rPr lang="en-US" sz="3313" b="1" dirty="0">
                <a:solidFill>
                  <a:schemeClr val="accent6">
                    <a:lumMod val="75000"/>
                  </a:schemeClr>
                </a:solidFill>
                <a:latin typeface="Times New Roman" panose="02020603050405020304" pitchFamily="18" charset="0"/>
                <a:cs typeface="Times New Roman" panose="02020603050405020304" pitchFamily="18" charset="0"/>
              </a:rPr>
            </a:br>
            <a:endParaRPr lang="en-US" sz="2069" dirty="0">
              <a:latin typeface="Times New Roman" panose="02020603050405020304" pitchFamily="18" charset="0"/>
              <a:cs typeface="Times New Roman" panose="02020603050405020304" pitchFamily="18" charset="0"/>
            </a:endParaRPr>
          </a:p>
          <a:p>
            <a:pPr marL="52581" indent="0" algn="l"/>
            <a:endParaRPr lang="en-US" sz="726" dirty="0">
              <a:latin typeface="Times New Roman" panose="02020603050405020304" pitchFamily="18" charset="0"/>
              <a:cs typeface="Times New Roman" panose="02020603050405020304" pitchFamily="18" charset="0"/>
            </a:endParaRPr>
          </a:p>
        </p:txBody>
      </p:sp>
      <p:cxnSp>
        <p:nvCxnSpPr>
          <p:cNvPr id="8" name="Straight Connector 7">
            <a:extLst>
              <a:ext uri="{FF2B5EF4-FFF2-40B4-BE49-F238E27FC236}">
                <a16:creationId xmlns:a16="http://schemas.microsoft.com/office/drawing/2014/main" id="{D590224B-6DB4-4F5F-8050-E465BAABC648}"/>
              </a:ext>
            </a:extLst>
          </p:cNvPr>
          <p:cNvCxnSpPr>
            <a:cxnSpLocks/>
          </p:cNvCxnSpPr>
          <p:nvPr/>
        </p:nvCxnSpPr>
        <p:spPr>
          <a:xfrm>
            <a:off x="179613" y="1161215"/>
            <a:ext cx="2302330" cy="0"/>
          </a:xfrm>
          <a:prstGeom prst="line">
            <a:avLst/>
          </a:prstGeom>
          <a:ln>
            <a:solidFill>
              <a:srgbClr val="FA6671"/>
            </a:solidFill>
          </a:ln>
        </p:spPr>
        <p:style>
          <a:lnRef idx="3">
            <a:schemeClr val="accent6"/>
          </a:lnRef>
          <a:fillRef idx="0">
            <a:schemeClr val="accent6"/>
          </a:fillRef>
          <a:effectRef idx="2">
            <a:schemeClr val="accent6"/>
          </a:effectRef>
          <a:fontRef idx="minor">
            <a:schemeClr val="tx1"/>
          </a:fontRef>
        </p:style>
      </p:cxnSp>
      <p:sp>
        <p:nvSpPr>
          <p:cNvPr id="9" name="Slide Number Placeholder 8">
            <a:extLst>
              <a:ext uri="{FF2B5EF4-FFF2-40B4-BE49-F238E27FC236}">
                <a16:creationId xmlns:a16="http://schemas.microsoft.com/office/drawing/2014/main" id="{A0F31BAE-AC97-6217-1E8D-8B0B0B7921E0}"/>
              </a:ext>
            </a:extLst>
          </p:cNvPr>
          <p:cNvSpPr>
            <a:spLocks noGrp="1"/>
          </p:cNvSpPr>
          <p:nvPr>
            <p:ph type="sldNum" idx="12"/>
          </p:nvPr>
        </p:nvSpPr>
        <p:spPr/>
        <p:txBody>
          <a:bodyPr/>
          <a:lstStyle/>
          <a:p>
            <a:fld id="{00000000-1234-1234-1234-123412341234}" type="slidenum">
              <a:rPr lang="en-US" smtClean="0"/>
              <a:pPr/>
              <a:t>30</a:t>
            </a:fld>
            <a:endParaRPr lang="en-US"/>
          </a:p>
        </p:txBody>
      </p:sp>
      <p:sp>
        <p:nvSpPr>
          <p:cNvPr id="33" name="Subtitle 2">
            <a:extLst>
              <a:ext uri="{FF2B5EF4-FFF2-40B4-BE49-F238E27FC236}">
                <a16:creationId xmlns:a16="http://schemas.microsoft.com/office/drawing/2014/main" id="{2A642F1B-9316-47E7-0741-BDE01DA4DF73}"/>
              </a:ext>
            </a:extLst>
          </p:cNvPr>
          <p:cNvSpPr txBox="1">
            <a:spLocks/>
          </p:cNvSpPr>
          <p:nvPr/>
        </p:nvSpPr>
        <p:spPr>
          <a:xfrm>
            <a:off x="92035" y="1394193"/>
            <a:ext cx="11717452" cy="4739661"/>
          </a:xfrm>
          <a:prstGeom prst="rect">
            <a:avLst/>
          </a:prstGeom>
          <a:noFill/>
          <a:ln>
            <a:noFill/>
          </a:ln>
        </p:spPr>
        <p:txBody>
          <a:bodyPr spcFirstLastPara="1" wrap="square" lIns="94627" tIns="47301" rIns="94627" bIns="47301" anchor="t" anchorCtr="0">
            <a:noAutofit/>
          </a:bodyPr>
          <a:lstStyle>
            <a:defPPr marR="0" lvl="0" algn="l" rtl="0">
              <a:lnSpc>
                <a:spcPct val="100000"/>
              </a:lnSpc>
              <a:spcBef>
                <a:spcPts val="0"/>
              </a:spcBef>
              <a:spcAft>
                <a:spcPts val="0"/>
              </a:spcAft>
            </a:defPPr>
            <a:lvl1pPr marL="457200" marR="0" lvl="0" indent="-406400" algn="ctr" rtl="0">
              <a:lnSpc>
                <a:spcPct val="90000"/>
              </a:lnSpc>
              <a:spcBef>
                <a:spcPts val="10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L="914400" marR="0" lvl="1" indent="-381000"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L="1371600" marR="0" lvl="2" indent="-355600"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L="1828800" marR="0" lvl="3"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L="2286000" marR="0" lvl="4"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L="2743200" marR="0" lvl="5"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L="3200400" marR="0" lvl="6"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L="3657600" marR="0" lvl="7"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L="4114800" marR="0" lvl="8"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pPr marL="354920" indent="-354920" algn="just">
              <a:lnSpc>
                <a:spcPct val="100000"/>
              </a:lnSpc>
              <a:spcAft>
                <a:spcPts val="621"/>
              </a:spcAft>
              <a:buFont typeface="Wingdings" panose="05000000000000000000" pitchFamily="2" charset="2"/>
              <a:buChar char="Ø"/>
            </a:pPr>
            <a:r>
              <a:rPr lang="en-US" sz="2069" dirty="0">
                <a:latin typeface="Times New Roman" panose="02020603050405020304" pitchFamily="18" charset="0"/>
                <a:cs typeface="Times New Roman" panose="02020603050405020304" pitchFamily="18" charset="0"/>
              </a:rPr>
              <a:t>The proposed Human-Computer Interface (HCI) system based on electrooculography (EOG) has achieved with the advanced deep learning models. </a:t>
            </a:r>
          </a:p>
          <a:p>
            <a:pPr marL="354920" indent="-354920" algn="just">
              <a:lnSpc>
                <a:spcPct val="100000"/>
              </a:lnSpc>
              <a:spcAft>
                <a:spcPts val="621"/>
              </a:spcAft>
              <a:buFont typeface="Wingdings" panose="05000000000000000000" pitchFamily="2" charset="2"/>
              <a:buChar char="Ø"/>
            </a:pPr>
            <a:r>
              <a:rPr lang="en-US" sz="2069" dirty="0">
                <a:latin typeface="Times New Roman" panose="02020603050405020304" pitchFamily="18" charset="0"/>
                <a:cs typeface="Times New Roman" panose="02020603050405020304" pitchFamily="18" charset="0"/>
              </a:rPr>
              <a:t>The experimental result proved that the best average accuracy with CNN model was 94.3%.</a:t>
            </a:r>
          </a:p>
          <a:p>
            <a:pPr marL="354920" indent="-354920" algn="just">
              <a:lnSpc>
                <a:spcPct val="100000"/>
              </a:lnSpc>
              <a:spcAft>
                <a:spcPts val="621"/>
              </a:spcAft>
              <a:buFont typeface="Wingdings" panose="05000000000000000000" pitchFamily="2" charset="2"/>
              <a:buChar char="Ø"/>
            </a:pPr>
            <a:r>
              <a:rPr lang="en-US" sz="2069" dirty="0">
                <a:latin typeface="Times New Roman" panose="02020603050405020304" pitchFamily="18" charset="0"/>
                <a:cs typeface="Times New Roman" panose="02020603050405020304" pitchFamily="18" charset="0"/>
              </a:rPr>
              <a:t>the proposed user interface is usable for patients and help the doctor for examinations. The processing time is 5 sec/action.</a:t>
            </a:r>
          </a:p>
        </p:txBody>
      </p:sp>
      <p:sp>
        <p:nvSpPr>
          <p:cNvPr id="11" name="Google Shape;211;p19">
            <a:extLst>
              <a:ext uri="{FF2B5EF4-FFF2-40B4-BE49-F238E27FC236}">
                <a16:creationId xmlns:a16="http://schemas.microsoft.com/office/drawing/2014/main" id="{34422662-040E-FDBE-007D-42AAA975596C}"/>
              </a:ext>
            </a:extLst>
          </p:cNvPr>
          <p:cNvSpPr/>
          <p:nvPr/>
        </p:nvSpPr>
        <p:spPr>
          <a:xfrm rot="18279675" flipH="1">
            <a:off x="10230140" y="155959"/>
            <a:ext cx="1183702" cy="1188369"/>
          </a:xfrm>
          <a:prstGeom prst="triangle">
            <a:avLst>
              <a:gd name="adj" fmla="val 50000"/>
            </a:avLst>
          </a:prstGeom>
          <a:solidFill>
            <a:schemeClr val="bg1">
              <a:lumMod val="85000"/>
            </a:schemeClr>
          </a:solidFill>
          <a:ln>
            <a:noFill/>
          </a:ln>
        </p:spPr>
        <p:txBody>
          <a:bodyPr spcFirstLastPara="1" wrap="square" lIns="94627" tIns="47301" rIns="94627" bIns="47301" anchor="ctr" anchorCtr="0">
            <a:noAutofit/>
          </a:bodyPr>
          <a:lstStyle/>
          <a:p>
            <a:pPr algn="ctr"/>
            <a:endParaRPr sz="1863">
              <a:solidFill>
                <a:schemeClr val="lt1"/>
              </a:solidFill>
              <a:latin typeface="Calibri"/>
              <a:ea typeface="Calibri"/>
              <a:cs typeface="Calibri"/>
              <a:sym typeface="Calibri"/>
            </a:endParaRPr>
          </a:p>
        </p:txBody>
      </p:sp>
      <p:sp>
        <p:nvSpPr>
          <p:cNvPr id="12" name="Google Shape;212;p19">
            <a:extLst>
              <a:ext uri="{FF2B5EF4-FFF2-40B4-BE49-F238E27FC236}">
                <a16:creationId xmlns:a16="http://schemas.microsoft.com/office/drawing/2014/main" id="{009592B4-7256-9624-5611-87DFC378F044}"/>
              </a:ext>
            </a:extLst>
          </p:cNvPr>
          <p:cNvSpPr/>
          <p:nvPr/>
        </p:nvSpPr>
        <p:spPr>
          <a:xfrm rot="13887929" flipH="1">
            <a:off x="10794650" y="227676"/>
            <a:ext cx="1095806" cy="909346"/>
          </a:xfrm>
          <a:prstGeom prst="triangle">
            <a:avLst>
              <a:gd name="adj" fmla="val 50000"/>
            </a:avLst>
          </a:prstGeom>
          <a:solidFill>
            <a:srgbClr val="FA6671"/>
          </a:solidFill>
          <a:ln>
            <a:noFill/>
          </a:ln>
        </p:spPr>
        <p:txBody>
          <a:bodyPr spcFirstLastPara="1" wrap="square" lIns="94627" tIns="47301" rIns="94627" bIns="47301" anchor="ctr" anchorCtr="0">
            <a:noAutofit/>
          </a:bodyPr>
          <a:lstStyle/>
          <a:p>
            <a:pPr algn="ctr"/>
            <a:endParaRPr sz="1863">
              <a:solidFill>
                <a:schemeClr val="lt1"/>
              </a:solidFill>
              <a:latin typeface="Calibri"/>
              <a:ea typeface="Calibri"/>
              <a:cs typeface="Calibri"/>
              <a:sym typeface="Calibri"/>
            </a:endParaRPr>
          </a:p>
        </p:txBody>
      </p:sp>
      <p:pic>
        <p:nvPicPr>
          <p:cNvPr id="10" name="Picture 9">
            <a:extLst>
              <a:ext uri="{FF2B5EF4-FFF2-40B4-BE49-F238E27FC236}">
                <a16:creationId xmlns:a16="http://schemas.microsoft.com/office/drawing/2014/main" id="{49C51CCD-EB97-C1A6-E3A0-3363D93B7DBF}"/>
              </a:ext>
            </a:extLst>
          </p:cNvPr>
          <p:cNvPicPr>
            <a:picLocks noChangeAspect="1"/>
          </p:cNvPicPr>
          <p:nvPr/>
        </p:nvPicPr>
        <p:blipFill>
          <a:blip r:embed="rId3"/>
          <a:stretch>
            <a:fillRect/>
          </a:stretch>
        </p:blipFill>
        <p:spPr>
          <a:xfrm>
            <a:off x="9119419" y="3453522"/>
            <a:ext cx="2697864" cy="2813896"/>
          </a:xfrm>
          <a:prstGeom prst="rect">
            <a:avLst/>
          </a:prstGeom>
        </p:spPr>
      </p:pic>
    </p:spTree>
    <p:extLst>
      <p:ext uri="{BB962C8B-B14F-4D97-AF65-F5344CB8AC3E}">
        <p14:creationId xmlns:p14="http://schemas.microsoft.com/office/powerpoint/2010/main" val="10465349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96DE0336-FE28-E1E4-E684-8C28A5217D4A}"/>
              </a:ext>
            </a:extLst>
          </p:cNvPr>
          <p:cNvSpPr>
            <a:spLocks noGrp="1"/>
          </p:cNvSpPr>
          <p:nvPr>
            <p:ph type="subTitle" idx="1"/>
          </p:nvPr>
        </p:nvSpPr>
        <p:spPr>
          <a:xfrm>
            <a:off x="179615" y="-120103"/>
            <a:ext cx="7600543" cy="5882412"/>
          </a:xfrm>
        </p:spPr>
        <p:txBody>
          <a:bodyPr/>
          <a:lstStyle/>
          <a:p>
            <a:pPr algn="l"/>
            <a:endParaRPr lang="en-US" sz="2898" b="1" dirty="0">
              <a:solidFill>
                <a:schemeClr val="accent6">
                  <a:lumMod val="50000"/>
                </a:schemeClr>
              </a:solidFill>
              <a:latin typeface="Times New Roman" panose="02020603050405020304" pitchFamily="18" charset="0"/>
              <a:cs typeface="Times New Roman" panose="02020603050405020304" pitchFamily="18" charset="0"/>
            </a:endParaRPr>
          </a:p>
          <a:p>
            <a:pPr marL="0" indent="0" algn="l"/>
            <a:r>
              <a:rPr lang="en-US" sz="3313" b="1" dirty="0">
                <a:solidFill>
                  <a:srgbClr val="FA6671"/>
                </a:solidFill>
                <a:latin typeface="Times New Roman" panose="02020603050405020304" pitchFamily="18" charset="0"/>
                <a:cs typeface="Times New Roman" panose="02020603050405020304" pitchFamily="18" charset="0"/>
              </a:rPr>
              <a:t>Future Work  </a:t>
            </a:r>
            <a:br>
              <a:rPr lang="en-US" sz="3313" b="1" dirty="0">
                <a:solidFill>
                  <a:schemeClr val="accent6">
                    <a:lumMod val="75000"/>
                  </a:schemeClr>
                </a:solidFill>
                <a:latin typeface="Times New Roman" panose="02020603050405020304" pitchFamily="18" charset="0"/>
                <a:cs typeface="Times New Roman" panose="02020603050405020304" pitchFamily="18" charset="0"/>
              </a:rPr>
            </a:br>
            <a:endParaRPr lang="en-US" sz="2069" dirty="0">
              <a:latin typeface="Times New Roman" panose="02020603050405020304" pitchFamily="18" charset="0"/>
              <a:cs typeface="Times New Roman" panose="02020603050405020304" pitchFamily="18" charset="0"/>
            </a:endParaRPr>
          </a:p>
          <a:p>
            <a:pPr marL="52581" indent="0" algn="l"/>
            <a:endParaRPr lang="en-US" sz="726" dirty="0">
              <a:latin typeface="Times New Roman" panose="02020603050405020304" pitchFamily="18" charset="0"/>
              <a:cs typeface="Times New Roman" panose="02020603050405020304" pitchFamily="18" charset="0"/>
            </a:endParaRPr>
          </a:p>
        </p:txBody>
      </p:sp>
      <p:cxnSp>
        <p:nvCxnSpPr>
          <p:cNvPr id="8" name="Straight Connector 7">
            <a:extLst>
              <a:ext uri="{FF2B5EF4-FFF2-40B4-BE49-F238E27FC236}">
                <a16:creationId xmlns:a16="http://schemas.microsoft.com/office/drawing/2014/main" id="{D590224B-6DB4-4F5F-8050-E465BAABC648}"/>
              </a:ext>
            </a:extLst>
          </p:cNvPr>
          <p:cNvCxnSpPr/>
          <p:nvPr/>
        </p:nvCxnSpPr>
        <p:spPr>
          <a:xfrm>
            <a:off x="179613" y="1161215"/>
            <a:ext cx="3131496" cy="7279"/>
          </a:xfrm>
          <a:prstGeom prst="line">
            <a:avLst/>
          </a:prstGeom>
          <a:ln>
            <a:solidFill>
              <a:srgbClr val="FA6671"/>
            </a:solidFill>
          </a:ln>
        </p:spPr>
        <p:style>
          <a:lnRef idx="3">
            <a:schemeClr val="accent6"/>
          </a:lnRef>
          <a:fillRef idx="0">
            <a:schemeClr val="accent6"/>
          </a:fillRef>
          <a:effectRef idx="2">
            <a:schemeClr val="accent6"/>
          </a:effectRef>
          <a:fontRef idx="minor">
            <a:schemeClr val="tx1"/>
          </a:fontRef>
        </p:style>
      </p:cxnSp>
      <p:sp>
        <p:nvSpPr>
          <p:cNvPr id="9" name="Slide Number Placeholder 8">
            <a:extLst>
              <a:ext uri="{FF2B5EF4-FFF2-40B4-BE49-F238E27FC236}">
                <a16:creationId xmlns:a16="http://schemas.microsoft.com/office/drawing/2014/main" id="{A0F31BAE-AC97-6217-1E8D-8B0B0B7921E0}"/>
              </a:ext>
            </a:extLst>
          </p:cNvPr>
          <p:cNvSpPr>
            <a:spLocks noGrp="1"/>
          </p:cNvSpPr>
          <p:nvPr>
            <p:ph type="sldNum" idx="12"/>
          </p:nvPr>
        </p:nvSpPr>
        <p:spPr/>
        <p:txBody>
          <a:bodyPr/>
          <a:lstStyle/>
          <a:p>
            <a:fld id="{00000000-1234-1234-1234-123412341234}" type="slidenum">
              <a:rPr lang="en-US" smtClean="0"/>
              <a:pPr/>
              <a:t>31</a:t>
            </a:fld>
            <a:endParaRPr lang="en-US"/>
          </a:p>
        </p:txBody>
      </p:sp>
      <p:sp>
        <p:nvSpPr>
          <p:cNvPr id="33" name="Subtitle 2">
            <a:extLst>
              <a:ext uri="{FF2B5EF4-FFF2-40B4-BE49-F238E27FC236}">
                <a16:creationId xmlns:a16="http://schemas.microsoft.com/office/drawing/2014/main" id="{2A642F1B-9316-47E7-0741-BDE01DA4DF73}"/>
              </a:ext>
            </a:extLst>
          </p:cNvPr>
          <p:cNvSpPr txBox="1">
            <a:spLocks/>
          </p:cNvSpPr>
          <p:nvPr/>
        </p:nvSpPr>
        <p:spPr>
          <a:xfrm>
            <a:off x="0" y="1394192"/>
            <a:ext cx="11717452" cy="4739661"/>
          </a:xfrm>
          <a:prstGeom prst="rect">
            <a:avLst/>
          </a:prstGeom>
          <a:noFill/>
          <a:ln>
            <a:noFill/>
          </a:ln>
        </p:spPr>
        <p:txBody>
          <a:bodyPr spcFirstLastPara="1" wrap="square" lIns="94627" tIns="47301" rIns="94627" bIns="47301" anchor="t" anchorCtr="0">
            <a:noAutofit/>
          </a:bodyPr>
          <a:lstStyle>
            <a:defPPr marR="0" lvl="0" algn="l" rtl="0">
              <a:lnSpc>
                <a:spcPct val="100000"/>
              </a:lnSpc>
              <a:spcBef>
                <a:spcPts val="0"/>
              </a:spcBef>
              <a:spcAft>
                <a:spcPts val="0"/>
              </a:spcAft>
            </a:defPPr>
            <a:lvl1pPr marL="457200" marR="0" lvl="0" indent="-406400" algn="ctr" rtl="0">
              <a:lnSpc>
                <a:spcPct val="90000"/>
              </a:lnSpc>
              <a:spcBef>
                <a:spcPts val="10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L="914400" marR="0" lvl="1" indent="-381000"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L="1371600" marR="0" lvl="2" indent="-355600"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L="1828800" marR="0" lvl="3"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L="2286000" marR="0" lvl="4"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L="2743200" marR="0" lvl="5"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L="3200400" marR="0" lvl="6"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L="3657600" marR="0" lvl="7"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L="4114800" marR="0" lvl="8"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pPr marL="354920" indent="-354920" algn="l">
              <a:lnSpc>
                <a:spcPct val="100000"/>
              </a:lnSpc>
              <a:spcAft>
                <a:spcPts val="621"/>
              </a:spcAft>
              <a:buFont typeface="Wingdings" panose="05000000000000000000" pitchFamily="2" charset="2"/>
              <a:buChar char="Ø"/>
            </a:pPr>
            <a:r>
              <a:rPr lang="en-US" sz="2069" dirty="0">
                <a:latin typeface="Times New Roman" panose="02020603050405020304" pitchFamily="18" charset="0"/>
                <a:cs typeface="Times New Roman" panose="02020603050405020304" pitchFamily="18" charset="0"/>
              </a:rPr>
              <a:t>We will test other models of the deep-learning model to increase the current accuracy.</a:t>
            </a:r>
          </a:p>
          <a:p>
            <a:pPr marL="354920" indent="-354920" algn="l">
              <a:lnSpc>
                <a:spcPct val="100000"/>
              </a:lnSpc>
              <a:spcAft>
                <a:spcPts val="621"/>
              </a:spcAft>
              <a:buFont typeface="Wingdings" panose="05000000000000000000" pitchFamily="2" charset="2"/>
              <a:buChar char="Ø"/>
            </a:pPr>
            <a:r>
              <a:rPr lang="en-US" sz="2069" dirty="0">
                <a:latin typeface="Times New Roman" panose="02020603050405020304" pitchFamily="18" charset="0"/>
                <a:cs typeface="Times New Roman" panose="02020603050405020304" pitchFamily="18" charset="0"/>
              </a:rPr>
              <a:t>We will work on Real-Time application.</a:t>
            </a:r>
          </a:p>
          <a:p>
            <a:pPr marL="354920" indent="-354920" algn="l">
              <a:lnSpc>
                <a:spcPct val="100000"/>
              </a:lnSpc>
              <a:spcAft>
                <a:spcPts val="621"/>
              </a:spcAft>
              <a:buFont typeface="Wingdings" panose="05000000000000000000" pitchFamily="2" charset="2"/>
              <a:buChar char="Ø"/>
            </a:pPr>
            <a:r>
              <a:rPr lang="en-US" sz="2069" dirty="0">
                <a:latin typeface="Times New Roman" panose="02020603050405020304" pitchFamily="18" charset="0"/>
                <a:cs typeface="Times New Roman" panose="02020603050405020304" pitchFamily="18" charset="0"/>
              </a:rPr>
              <a:t>Adding feature Google map screen to detect the nearest Hospital which helps disabled people.</a:t>
            </a:r>
          </a:p>
        </p:txBody>
      </p:sp>
      <p:sp>
        <p:nvSpPr>
          <p:cNvPr id="11" name="Google Shape;211;p19">
            <a:extLst>
              <a:ext uri="{FF2B5EF4-FFF2-40B4-BE49-F238E27FC236}">
                <a16:creationId xmlns:a16="http://schemas.microsoft.com/office/drawing/2014/main" id="{34422662-040E-FDBE-007D-42AAA975596C}"/>
              </a:ext>
            </a:extLst>
          </p:cNvPr>
          <p:cNvSpPr/>
          <p:nvPr/>
        </p:nvSpPr>
        <p:spPr>
          <a:xfrm rot="18279675" flipH="1">
            <a:off x="10230140" y="353388"/>
            <a:ext cx="1183702" cy="1188369"/>
          </a:xfrm>
          <a:prstGeom prst="triangle">
            <a:avLst>
              <a:gd name="adj" fmla="val 50000"/>
            </a:avLst>
          </a:prstGeom>
          <a:solidFill>
            <a:schemeClr val="bg1">
              <a:lumMod val="85000"/>
            </a:schemeClr>
          </a:solidFill>
          <a:ln>
            <a:noFill/>
          </a:ln>
        </p:spPr>
        <p:txBody>
          <a:bodyPr spcFirstLastPara="1" wrap="square" lIns="94627" tIns="47301" rIns="94627" bIns="47301" anchor="ctr" anchorCtr="0">
            <a:noAutofit/>
          </a:bodyPr>
          <a:lstStyle/>
          <a:p>
            <a:pPr algn="ctr"/>
            <a:endParaRPr sz="1863">
              <a:solidFill>
                <a:schemeClr val="lt1"/>
              </a:solidFill>
              <a:latin typeface="Calibri"/>
              <a:ea typeface="Calibri"/>
              <a:cs typeface="Calibri"/>
              <a:sym typeface="Calibri"/>
            </a:endParaRPr>
          </a:p>
        </p:txBody>
      </p:sp>
      <p:sp>
        <p:nvSpPr>
          <p:cNvPr id="12" name="Google Shape;212;p19">
            <a:extLst>
              <a:ext uri="{FF2B5EF4-FFF2-40B4-BE49-F238E27FC236}">
                <a16:creationId xmlns:a16="http://schemas.microsoft.com/office/drawing/2014/main" id="{009592B4-7256-9624-5611-87DFC378F044}"/>
              </a:ext>
            </a:extLst>
          </p:cNvPr>
          <p:cNvSpPr/>
          <p:nvPr/>
        </p:nvSpPr>
        <p:spPr>
          <a:xfrm rot="13887929" flipH="1">
            <a:off x="10794650" y="227676"/>
            <a:ext cx="1095806" cy="909346"/>
          </a:xfrm>
          <a:prstGeom prst="triangle">
            <a:avLst>
              <a:gd name="adj" fmla="val 50000"/>
            </a:avLst>
          </a:prstGeom>
          <a:solidFill>
            <a:srgbClr val="FA6671"/>
          </a:solidFill>
          <a:ln>
            <a:noFill/>
          </a:ln>
        </p:spPr>
        <p:txBody>
          <a:bodyPr spcFirstLastPara="1" wrap="square" lIns="94627" tIns="47301" rIns="94627" bIns="47301" anchor="ctr" anchorCtr="0">
            <a:noAutofit/>
          </a:bodyPr>
          <a:lstStyle/>
          <a:p>
            <a:pPr algn="ctr"/>
            <a:endParaRPr sz="1863">
              <a:solidFill>
                <a:schemeClr val="lt1"/>
              </a:solidFill>
              <a:latin typeface="Calibri"/>
              <a:ea typeface="Calibri"/>
              <a:cs typeface="Calibri"/>
              <a:sym typeface="Calibri"/>
            </a:endParaRPr>
          </a:p>
        </p:txBody>
      </p:sp>
    </p:spTree>
    <p:extLst>
      <p:ext uri="{BB962C8B-B14F-4D97-AF65-F5344CB8AC3E}">
        <p14:creationId xmlns:p14="http://schemas.microsoft.com/office/powerpoint/2010/main" val="941665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96DE0336-FE28-E1E4-E684-8C28A5217D4A}"/>
              </a:ext>
            </a:extLst>
          </p:cNvPr>
          <p:cNvSpPr>
            <a:spLocks noGrp="1"/>
          </p:cNvSpPr>
          <p:nvPr>
            <p:ph type="subTitle" idx="1"/>
          </p:nvPr>
        </p:nvSpPr>
        <p:spPr>
          <a:xfrm>
            <a:off x="179615" y="-120103"/>
            <a:ext cx="7600543" cy="5882412"/>
          </a:xfrm>
        </p:spPr>
        <p:txBody>
          <a:bodyPr/>
          <a:lstStyle/>
          <a:p>
            <a:pPr algn="l"/>
            <a:endParaRPr lang="en-US" sz="2898" b="1" dirty="0">
              <a:solidFill>
                <a:schemeClr val="accent6">
                  <a:lumMod val="50000"/>
                </a:schemeClr>
              </a:solidFill>
              <a:latin typeface="Times New Roman" panose="02020603050405020304" pitchFamily="18" charset="0"/>
              <a:cs typeface="Times New Roman" panose="02020603050405020304" pitchFamily="18" charset="0"/>
            </a:endParaRPr>
          </a:p>
          <a:p>
            <a:pPr marL="0" indent="0" algn="l"/>
            <a:r>
              <a:rPr lang="en-US" sz="3313" b="1" dirty="0">
                <a:solidFill>
                  <a:srgbClr val="FA6671"/>
                </a:solidFill>
                <a:latin typeface="Times New Roman" panose="02020603050405020304" pitchFamily="18" charset="0"/>
                <a:cs typeface="Times New Roman" panose="02020603050405020304" pitchFamily="18" charset="0"/>
              </a:rPr>
              <a:t>References</a:t>
            </a:r>
          </a:p>
          <a:p>
            <a:pPr marL="0" indent="0" algn="l"/>
            <a:endParaRPr lang="en-US" sz="3313" b="1" dirty="0">
              <a:solidFill>
                <a:srgbClr val="FF0000"/>
              </a:solidFill>
              <a:latin typeface="Times New Roman" panose="02020603050405020304" pitchFamily="18" charset="0"/>
              <a:cs typeface="Times New Roman" panose="02020603050405020304" pitchFamily="18" charset="0"/>
            </a:endParaRPr>
          </a:p>
          <a:p>
            <a:pPr marL="0" indent="0" algn="l"/>
            <a:r>
              <a:rPr lang="en-US" sz="3313" b="1" dirty="0">
                <a:solidFill>
                  <a:schemeClr val="accent6">
                    <a:lumMod val="75000"/>
                  </a:schemeClr>
                </a:solidFill>
                <a:latin typeface="Times New Roman" panose="02020603050405020304" pitchFamily="18" charset="0"/>
                <a:cs typeface="Times New Roman" panose="02020603050405020304" pitchFamily="18" charset="0"/>
              </a:rPr>
              <a:t> </a:t>
            </a:r>
            <a:br>
              <a:rPr lang="en-US" sz="3313" b="1" dirty="0">
                <a:solidFill>
                  <a:schemeClr val="accent6">
                    <a:lumMod val="75000"/>
                  </a:schemeClr>
                </a:solidFill>
                <a:latin typeface="Times New Roman" panose="02020603050405020304" pitchFamily="18" charset="0"/>
                <a:cs typeface="Times New Roman" panose="02020603050405020304" pitchFamily="18" charset="0"/>
              </a:rPr>
            </a:br>
            <a:endParaRPr lang="en-US" sz="2069" dirty="0">
              <a:latin typeface="Times New Roman" panose="02020603050405020304" pitchFamily="18" charset="0"/>
              <a:cs typeface="Times New Roman" panose="02020603050405020304" pitchFamily="18" charset="0"/>
            </a:endParaRPr>
          </a:p>
          <a:p>
            <a:pPr marL="52581" indent="0" algn="l"/>
            <a:endParaRPr lang="en-US" sz="726" dirty="0">
              <a:latin typeface="Times New Roman" panose="02020603050405020304" pitchFamily="18" charset="0"/>
              <a:cs typeface="Times New Roman" panose="02020603050405020304" pitchFamily="18" charset="0"/>
            </a:endParaRPr>
          </a:p>
        </p:txBody>
      </p:sp>
      <p:cxnSp>
        <p:nvCxnSpPr>
          <p:cNvPr id="8" name="Straight Connector 7">
            <a:extLst>
              <a:ext uri="{FF2B5EF4-FFF2-40B4-BE49-F238E27FC236}">
                <a16:creationId xmlns:a16="http://schemas.microsoft.com/office/drawing/2014/main" id="{D590224B-6DB4-4F5F-8050-E465BAABC648}"/>
              </a:ext>
            </a:extLst>
          </p:cNvPr>
          <p:cNvCxnSpPr/>
          <p:nvPr/>
        </p:nvCxnSpPr>
        <p:spPr>
          <a:xfrm>
            <a:off x="179614" y="1161214"/>
            <a:ext cx="2380881" cy="7782"/>
          </a:xfrm>
          <a:prstGeom prst="line">
            <a:avLst/>
          </a:prstGeom>
          <a:ln>
            <a:solidFill>
              <a:srgbClr val="FA6671"/>
            </a:solidFill>
          </a:ln>
        </p:spPr>
        <p:style>
          <a:lnRef idx="3">
            <a:schemeClr val="accent6"/>
          </a:lnRef>
          <a:fillRef idx="0">
            <a:schemeClr val="accent6"/>
          </a:fillRef>
          <a:effectRef idx="2">
            <a:schemeClr val="accent6"/>
          </a:effectRef>
          <a:fontRef idx="minor">
            <a:schemeClr val="tx1"/>
          </a:fontRef>
        </p:style>
      </p:cxnSp>
      <p:sp>
        <p:nvSpPr>
          <p:cNvPr id="9" name="Slide Number Placeholder 8">
            <a:extLst>
              <a:ext uri="{FF2B5EF4-FFF2-40B4-BE49-F238E27FC236}">
                <a16:creationId xmlns:a16="http://schemas.microsoft.com/office/drawing/2014/main" id="{A0F31BAE-AC97-6217-1E8D-8B0B0B7921E0}"/>
              </a:ext>
            </a:extLst>
          </p:cNvPr>
          <p:cNvSpPr>
            <a:spLocks noGrp="1"/>
          </p:cNvSpPr>
          <p:nvPr>
            <p:ph type="sldNum" idx="12"/>
          </p:nvPr>
        </p:nvSpPr>
        <p:spPr/>
        <p:txBody>
          <a:bodyPr/>
          <a:lstStyle/>
          <a:p>
            <a:fld id="{00000000-1234-1234-1234-123412341234}" type="slidenum">
              <a:rPr lang="en-US" smtClean="0"/>
              <a:pPr/>
              <a:t>32</a:t>
            </a:fld>
            <a:endParaRPr lang="en-US"/>
          </a:p>
        </p:txBody>
      </p:sp>
      <p:sp>
        <p:nvSpPr>
          <p:cNvPr id="33" name="Subtitle 2">
            <a:extLst>
              <a:ext uri="{FF2B5EF4-FFF2-40B4-BE49-F238E27FC236}">
                <a16:creationId xmlns:a16="http://schemas.microsoft.com/office/drawing/2014/main" id="{2A642F1B-9316-47E7-0741-BDE01DA4DF73}"/>
              </a:ext>
            </a:extLst>
          </p:cNvPr>
          <p:cNvSpPr txBox="1">
            <a:spLocks/>
          </p:cNvSpPr>
          <p:nvPr/>
        </p:nvSpPr>
        <p:spPr>
          <a:xfrm>
            <a:off x="179614" y="1394194"/>
            <a:ext cx="11832771" cy="4800091"/>
          </a:xfrm>
          <a:prstGeom prst="rect">
            <a:avLst/>
          </a:prstGeom>
          <a:noFill/>
          <a:ln>
            <a:noFill/>
          </a:ln>
        </p:spPr>
        <p:txBody>
          <a:bodyPr spcFirstLastPara="1" wrap="square" lIns="94627" tIns="47301" rIns="94627" bIns="47301" anchor="t" anchorCtr="0">
            <a:noAutofit/>
          </a:bodyPr>
          <a:lstStyle>
            <a:defPPr marR="0" lvl="0" algn="l" rtl="0">
              <a:lnSpc>
                <a:spcPct val="100000"/>
              </a:lnSpc>
              <a:spcBef>
                <a:spcPts val="0"/>
              </a:spcBef>
              <a:spcAft>
                <a:spcPts val="0"/>
              </a:spcAft>
            </a:defPPr>
            <a:lvl1pPr marL="457200" marR="0" lvl="0" indent="-406400" algn="ctr" rtl="0">
              <a:lnSpc>
                <a:spcPct val="90000"/>
              </a:lnSpc>
              <a:spcBef>
                <a:spcPts val="10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L="914400" marR="0" lvl="1" indent="-381000"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L="1371600" marR="0" lvl="2" indent="-355600"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L="1828800" marR="0" lvl="3"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L="2286000" marR="0" lvl="4"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L="2743200" marR="0" lvl="5"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L="3200400" marR="0" lvl="6"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L="3657600" marR="0" lvl="7"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L="4114800" marR="0" lvl="8"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pPr marL="374639" indent="-374639" algn="just">
              <a:lnSpc>
                <a:spcPct val="100000"/>
              </a:lnSpc>
              <a:spcBef>
                <a:spcPts val="0"/>
              </a:spcBef>
            </a:pPr>
            <a:r>
              <a:rPr lang="en-US" sz="2069" dirty="0">
                <a:latin typeface="Times New Roman" panose="02020603050405020304" pitchFamily="18" charset="0"/>
                <a:cs typeface="Times New Roman" panose="02020603050405020304" pitchFamily="18" charset="0"/>
              </a:rPr>
              <a:t>[</a:t>
            </a:r>
            <a:r>
              <a:rPr lang="en-US" sz="1863" dirty="0">
                <a:latin typeface="Times New Roman" panose="02020603050405020304" pitchFamily="18" charset="0"/>
                <a:cs typeface="Times New Roman" panose="02020603050405020304" pitchFamily="18" charset="0"/>
              </a:rPr>
              <a:t>1] </a:t>
            </a:r>
            <a:r>
              <a:rPr lang="en-US" sz="1863" dirty="0" err="1">
                <a:latin typeface="Times New Roman" panose="02020603050405020304" pitchFamily="18" charset="0"/>
                <a:cs typeface="Times New Roman" panose="02020603050405020304" pitchFamily="18" charset="0"/>
              </a:rPr>
              <a:t>Theuer</a:t>
            </a:r>
            <a:r>
              <a:rPr lang="en-US" sz="1863" dirty="0">
                <a:latin typeface="Times New Roman" panose="02020603050405020304" pitchFamily="18" charset="0"/>
                <a:cs typeface="Times New Roman" panose="02020603050405020304" pitchFamily="18" charset="0"/>
              </a:rPr>
              <a:t> RV, Neves SV, Champs AP. Rehabilitation for motor functional neurological disorder: a</a:t>
            </a:r>
          </a:p>
          <a:p>
            <a:pPr marL="374639" indent="-374639" algn="just">
              <a:lnSpc>
                <a:spcPct val="100000"/>
              </a:lnSpc>
              <a:spcBef>
                <a:spcPts val="0"/>
              </a:spcBef>
            </a:pPr>
            <a:r>
              <a:rPr lang="en-US" sz="1863" dirty="0">
                <a:latin typeface="Times New Roman" panose="02020603050405020304" pitchFamily="18" charset="0"/>
                <a:cs typeface="Times New Roman" panose="02020603050405020304" pitchFamily="18" charset="0"/>
              </a:rPr>
              <a:t>      follow-up study of 185 patients. </a:t>
            </a:r>
            <a:r>
              <a:rPr lang="en-US" sz="1863" dirty="0" err="1">
                <a:latin typeface="Times New Roman" panose="02020603050405020304" pitchFamily="18" charset="0"/>
                <a:cs typeface="Times New Roman" panose="02020603050405020304" pitchFamily="18" charset="0"/>
              </a:rPr>
              <a:t>Arquivos</a:t>
            </a:r>
            <a:r>
              <a:rPr lang="en-US" sz="1863" dirty="0">
                <a:latin typeface="Times New Roman" panose="02020603050405020304" pitchFamily="18" charset="0"/>
                <a:cs typeface="Times New Roman" panose="02020603050405020304" pitchFamily="18" charset="0"/>
              </a:rPr>
              <a:t> de Neuro-</a:t>
            </a:r>
            <a:r>
              <a:rPr lang="en-US" sz="1863" dirty="0" err="1">
                <a:latin typeface="Times New Roman" panose="02020603050405020304" pitchFamily="18" charset="0"/>
                <a:cs typeface="Times New Roman" panose="02020603050405020304" pitchFamily="18" charset="0"/>
              </a:rPr>
              <a:t>Psiquiatria</a:t>
            </a:r>
            <a:r>
              <a:rPr lang="en-US" sz="1863" dirty="0">
                <a:latin typeface="Times New Roman" panose="02020603050405020304" pitchFamily="18" charset="0"/>
                <a:cs typeface="Times New Roman" panose="02020603050405020304" pitchFamily="18" charset="0"/>
              </a:rPr>
              <a:t>. 2020; 78(Ahead):1-6.</a:t>
            </a:r>
          </a:p>
          <a:p>
            <a:pPr marL="374639" indent="-374639" algn="just">
              <a:lnSpc>
                <a:spcPct val="100000"/>
              </a:lnSpc>
              <a:spcBef>
                <a:spcPts val="0"/>
              </a:spcBef>
            </a:pPr>
            <a:r>
              <a:rPr lang="en-US" sz="1863" dirty="0">
                <a:latin typeface="Times New Roman" panose="02020603050405020304" pitchFamily="18" charset="0"/>
                <a:cs typeface="Times New Roman" panose="02020603050405020304" pitchFamily="18" charset="0"/>
              </a:rPr>
              <a:t>[2] </a:t>
            </a:r>
            <a:r>
              <a:rPr lang="en-US" sz="1863" dirty="0" err="1">
                <a:latin typeface="Times New Roman" panose="02020603050405020304" pitchFamily="18" charset="0"/>
                <a:cs typeface="Times New Roman" panose="02020603050405020304" pitchFamily="18" charset="0"/>
              </a:rPr>
              <a:t>S.Ali</a:t>
            </a:r>
            <a:r>
              <a:rPr lang="en-US" sz="1863" dirty="0">
                <a:latin typeface="Times New Roman" panose="02020603050405020304" pitchFamily="18" charset="0"/>
                <a:cs typeface="Times New Roman" panose="02020603050405020304" pitchFamily="18" charset="0"/>
              </a:rPr>
              <a:t>, A., El-</a:t>
            </a:r>
            <a:r>
              <a:rPr lang="en-US" sz="1863" dirty="0" err="1">
                <a:latin typeface="Times New Roman" panose="02020603050405020304" pitchFamily="18" charset="0"/>
                <a:cs typeface="Times New Roman" panose="02020603050405020304" pitchFamily="18" charset="0"/>
              </a:rPr>
              <a:t>Samie</a:t>
            </a:r>
            <a:r>
              <a:rPr lang="en-US" sz="1863" dirty="0">
                <a:latin typeface="Times New Roman" panose="02020603050405020304" pitchFamily="18" charset="0"/>
                <a:cs typeface="Times New Roman" panose="02020603050405020304" pitchFamily="18" charset="0"/>
              </a:rPr>
              <a:t>, F. E. A., &amp; </a:t>
            </a:r>
            <a:r>
              <a:rPr lang="en-US" sz="1863" dirty="0" err="1">
                <a:latin typeface="Times New Roman" panose="02020603050405020304" pitchFamily="18" charset="0"/>
                <a:cs typeface="Times New Roman" panose="02020603050405020304" pitchFamily="18" charset="0"/>
              </a:rPr>
              <a:t>M.Brisha</a:t>
            </a:r>
            <a:r>
              <a:rPr lang="en-US" sz="1863" dirty="0">
                <a:latin typeface="Times New Roman" panose="02020603050405020304" pitchFamily="18" charset="0"/>
                <a:cs typeface="Times New Roman" panose="02020603050405020304" pitchFamily="18" charset="0"/>
              </a:rPr>
              <a:t>, A. (2021b). Efficient Classification of Horizontal And Vertical EOG Signals For Human Computer Interaction. Efficient Classification of Horizontal and Vertical EOG Signals for Human Computer Interaction. https://doi.org/10.21203/rs.3.rs-471385/v1</a:t>
            </a:r>
          </a:p>
          <a:p>
            <a:pPr marL="374639" indent="-374639" algn="just">
              <a:lnSpc>
                <a:spcPct val="100000"/>
              </a:lnSpc>
              <a:spcBef>
                <a:spcPts val="0"/>
              </a:spcBef>
            </a:pPr>
            <a:r>
              <a:rPr lang="en-US" sz="1863" dirty="0">
                <a:latin typeface="Times New Roman" panose="02020603050405020304" pitchFamily="18" charset="0"/>
                <a:cs typeface="Times New Roman" panose="02020603050405020304" pitchFamily="18" charset="0"/>
              </a:rPr>
              <a:t>[3] </a:t>
            </a:r>
            <a:r>
              <a:rPr lang="en-US" sz="1863" dirty="0" err="1">
                <a:latin typeface="Times New Roman" panose="02020603050405020304" pitchFamily="18" charset="0"/>
                <a:cs typeface="Times New Roman" panose="02020603050405020304" pitchFamily="18" charset="0"/>
              </a:rPr>
              <a:t>PhysioLab</a:t>
            </a:r>
            <a:r>
              <a:rPr lang="en-US" sz="1863" dirty="0">
                <a:latin typeface="Times New Roman" panose="02020603050405020304" pitchFamily="18" charset="0"/>
                <a:cs typeface="Times New Roman" panose="02020603050405020304" pitchFamily="18" charset="0"/>
              </a:rPr>
              <a:t>. (2019). </a:t>
            </a:r>
            <a:r>
              <a:rPr lang="en-US" sz="1863" dirty="0" err="1">
                <a:latin typeface="Times New Roman" panose="02020603050405020304" pitchFamily="18" charset="0"/>
                <a:cs typeface="Times New Roman" panose="02020603050405020304" pitchFamily="18" charset="0"/>
              </a:rPr>
              <a:t>Biosignal</a:t>
            </a:r>
            <a:r>
              <a:rPr lang="en-US" sz="1863" dirty="0">
                <a:latin typeface="Times New Roman" panose="02020603050405020304" pitchFamily="18" charset="0"/>
                <a:cs typeface="Times New Roman" panose="02020603050405020304" pitchFamily="18" charset="0"/>
              </a:rPr>
              <a:t> sensor or module by </a:t>
            </a:r>
            <a:r>
              <a:rPr lang="en-US" sz="1863" dirty="0" err="1">
                <a:latin typeface="Times New Roman" panose="02020603050405020304" pitchFamily="18" charset="0"/>
                <a:cs typeface="Times New Roman" panose="02020603050405020304" pitchFamily="18" charset="0"/>
              </a:rPr>
              <a:t>PhysioLab</a:t>
            </a:r>
            <a:r>
              <a:rPr lang="en-US" sz="1863" dirty="0">
                <a:latin typeface="Times New Roman" panose="02020603050405020304" pitchFamily="18" charset="0"/>
                <a:cs typeface="Times New Roman" panose="02020603050405020304" pitchFamily="18" charset="0"/>
              </a:rPr>
              <a:t> [Online]. Available:</a:t>
            </a:r>
            <a:r>
              <a:rPr lang="en-US" sz="1863" dirty="0">
                <a:latin typeface="Times New Roman" panose="02020603050405020304" pitchFamily="18" charset="0"/>
                <a:cs typeface="Times New Roman" panose="02020603050405020304" pitchFamily="18" charset="0"/>
                <a:hlinkClick r:id="rId3"/>
              </a:rPr>
              <a:t> http://www.physiolab.co.kr</a:t>
            </a:r>
            <a:endParaRPr lang="en-US" sz="1863" dirty="0">
              <a:latin typeface="Times New Roman" panose="02020603050405020304" pitchFamily="18" charset="0"/>
              <a:cs typeface="Times New Roman" panose="02020603050405020304" pitchFamily="18" charset="0"/>
            </a:endParaRPr>
          </a:p>
          <a:p>
            <a:pPr marL="374639" indent="-374639" algn="just">
              <a:lnSpc>
                <a:spcPct val="100000"/>
              </a:lnSpc>
              <a:spcBef>
                <a:spcPts val="0"/>
              </a:spcBef>
            </a:pPr>
            <a:r>
              <a:rPr lang="en-US" sz="1863" dirty="0">
                <a:latin typeface="Times New Roman" panose="02020603050405020304" pitchFamily="18" charset="0"/>
                <a:cs typeface="Times New Roman" panose="02020603050405020304" pitchFamily="18" charset="0"/>
              </a:rPr>
              <a:t>[4] Reda, R., Tantawi, M., </a:t>
            </a:r>
            <a:r>
              <a:rPr lang="en-US" sz="1863" dirty="0" err="1">
                <a:latin typeface="Times New Roman" panose="02020603050405020304" pitchFamily="18" charset="0"/>
                <a:cs typeface="Times New Roman" panose="02020603050405020304" pitchFamily="18" charset="0"/>
              </a:rPr>
              <a:t>shedeed</a:t>
            </a:r>
            <a:r>
              <a:rPr lang="en-US" sz="1863" dirty="0">
                <a:latin typeface="Times New Roman" panose="02020603050405020304" pitchFamily="18" charset="0"/>
                <a:cs typeface="Times New Roman" panose="02020603050405020304" pitchFamily="18" charset="0"/>
              </a:rPr>
              <a:t>, H., &amp; </a:t>
            </a:r>
            <a:r>
              <a:rPr lang="en-US" sz="1863" dirty="0" err="1">
                <a:latin typeface="Times New Roman" panose="02020603050405020304" pitchFamily="18" charset="0"/>
                <a:cs typeface="Times New Roman" panose="02020603050405020304" pitchFamily="18" charset="0"/>
              </a:rPr>
              <a:t>Tolba</a:t>
            </a:r>
            <a:r>
              <a:rPr lang="en-US" sz="1863" dirty="0">
                <a:latin typeface="Times New Roman" panose="02020603050405020304" pitchFamily="18" charset="0"/>
                <a:cs typeface="Times New Roman" panose="02020603050405020304" pitchFamily="18" charset="0"/>
              </a:rPr>
              <a:t>, M. F. (2019). Analyzing Electrooculography (EOG) for Eye Movement Detection. Advances in Intelligent Systems and Computing, 179–189. https://doi.org/10.1007/978-3-030-14118-9_18</a:t>
            </a:r>
          </a:p>
          <a:p>
            <a:pPr marL="374639" indent="-374639" algn="just">
              <a:lnSpc>
                <a:spcPct val="100000"/>
              </a:lnSpc>
              <a:spcBef>
                <a:spcPts val="0"/>
              </a:spcBef>
            </a:pPr>
            <a:r>
              <a:rPr lang="en-US" sz="1863" dirty="0">
                <a:latin typeface="Times New Roman" panose="02020603050405020304" pitchFamily="18" charset="0"/>
                <a:cs typeface="Times New Roman" panose="02020603050405020304" pitchFamily="18" charset="0"/>
              </a:rPr>
              <a:t>[5] </a:t>
            </a:r>
            <a:r>
              <a:rPr lang="en-US" sz="1863" dirty="0" err="1">
                <a:latin typeface="Times New Roman" panose="02020603050405020304" pitchFamily="18" charset="0"/>
                <a:cs typeface="Times New Roman" panose="02020603050405020304" pitchFamily="18" charset="0"/>
              </a:rPr>
              <a:t>Hossieny</a:t>
            </a:r>
            <a:r>
              <a:rPr lang="en-US" sz="1863" dirty="0">
                <a:latin typeface="Times New Roman" panose="02020603050405020304" pitchFamily="18" charset="0"/>
                <a:cs typeface="Times New Roman" panose="02020603050405020304" pitchFamily="18" charset="0"/>
              </a:rPr>
              <a:t>, R., Tantawi, M., </a:t>
            </a:r>
            <a:r>
              <a:rPr lang="en-US" sz="1863" dirty="0" err="1">
                <a:latin typeface="Times New Roman" panose="02020603050405020304" pitchFamily="18" charset="0"/>
                <a:cs typeface="Times New Roman" panose="02020603050405020304" pitchFamily="18" charset="0"/>
              </a:rPr>
              <a:t>shedeed</a:t>
            </a:r>
            <a:r>
              <a:rPr lang="en-US" sz="1863" dirty="0">
                <a:latin typeface="Times New Roman" panose="02020603050405020304" pitchFamily="18" charset="0"/>
                <a:cs typeface="Times New Roman" panose="02020603050405020304" pitchFamily="18" charset="0"/>
              </a:rPr>
              <a:t>, H., &amp; </a:t>
            </a:r>
            <a:r>
              <a:rPr lang="en-US" sz="1863" dirty="0" err="1">
                <a:latin typeface="Times New Roman" panose="02020603050405020304" pitchFamily="18" charset="0"/>
                <a:cs typeface="Times New Roman" panose="02020603050405020304" pitchFamily="18" charset="0"/>
              </a:rPr>
              <a:t>Tolba</a:t>
            </a:r>
            <a:r>
              <a:rPr lang="en-US" sz="1863" dirty="0">
                <a:latin typeface="Times New Roman" panose="02020603050405020304" pitchFamily="18" charset="0"/>
                <a:cs typeface="Times New Roman" panose="02020603050405020304" pitchFamily="18" charset="0"/>
              </a:rPr>
              <a:t>, M. (2022). Developing a Method for Classifying Electro-</a:t>
            </a:r>
            <a:r>
              <a:rPr lang="en-US" sz="1863" dirty="0" err="1">
                <a:latin typeface="Times New Roman" panose="02020603050405020304" pitchFamily="18" charset="0"/>
                <a:cs typeface="Times New Roman" panose="02020603050405020304" pitchFamily="18" charset="0"/>
              </a:rPr>
              <a:t>Oculography</a:t>
            </a:r>
            <a:r>
              <a:rPr lang="en-US" sz="1863" dirty="0">
                <a:latin typeface="Times New Roman" panose="02020603050405020304" pitchFamily="18" charset="0"/>
                <a:cs typeface="Times New Roman" panose="02020603050405020304" pitchFamily="18" charset="0"/>
              </a:rPr>
              <a:t> (EOG) Signals Using Deep Learning. International Journal of Intelligent Computing and Information Sciences, 0(0), 1–13. https://doi.org/10.21608/ijicis.2022.99424.1126</a:t>
            </a:r>
          </a:p>
          <a:p>
            <a:pPr marL="374639" indent="-374639" algn="just">
              <a:lnSpc>
                <a:spcPct val="100000"/>
              </a:lnSpc>
              <a:spcBef>
                <a:spcPts val="0"/>
              </a:spcBef>
            </a:pPr>
            <a:r>
              <a:rPr lang="en-US" sz="1863" dirty="0">
                <a:latin typeface="Times New Roman" panose="02020603050405020304" pitchFamily="18" charset="0"/>
                <a:cs typeface="Times New Roman" panose="02020603050405020304" pitchFamily="18" charset="0"/>
              </a:rPr>
              <a:t>[6] </a:t>
            </a:r>
            <a:r>
              <a:rPr lang="en-US" sz="1863" dirty="0" err="1">
                <a:latin typeface="Times New Roman" panose="02020603050405020304" pitchFamily="18" charset="0"/>
                <a:cs typeface="Times New Roman" panose="02020603050405020304" pitchFamily="18" charset="0"/>
              </a:rPr>
              <a:t>Kempert</a:t>
            </a:r>
            <a:r>
              <a:rPr lang="en-US" sz="1863" dirty="0">
                <a:latin typeface="Times New Roman" panose="02020603050405020304" pitchFamily="18" charset="0"/>
                <a:cs typeface="Times New Roman" panose="02020603050405020304" pitchFamily="18" charset="0"/>
              </a:rPr>
              <a:t> H. Clinical overlap of functional neurologic symptom disorder and complex regional pain</a:t>
            </a:r>
          </a:p>
          <a:p>
            <a:pPr marL="374639" indent="-374639" algn="just">
              <a:lnSpc>
                <a:spcPct val="100000"/>
              </a:lnSpc>
              <a:spcBef>
                <a:spcPts val="0"/>
              </a:spcBef>
            </a:pPr>
            <a:r>
              <a:rPr lang="en-US" sz="1863" dirty="0">
                <a:latin typeface="Times New Roman" panose="02020603050405020304" pitchFamily="18" charset="0"/>
                <a:cs typeface="Times New Roman" panose="02020603050405020304" pitchFamily="18" charset="0"/>
              </a:rPr>
              <a:t>      syndrome in pediatrics: A case report. Journal of Pediatric Rehabilitation Medicine.2021; 14(4):1-8.</a:t>
            </a:r>
          </a:p>
          <a:p>
            <a:pPr marL="374639" indent="-374639" algn="just">
              <a:lnSpc>
                <a:spcPct val="100000"/>
              </a:lnSpc>
              <a:spcBef>
                <a:spcPts val="0"/>
              </a:spcBef>
            </a:pPr>
            <a:r>
              <a:rPr lang="en-US" sz="1863" dirty="0">
                <a:latin typeface="Times New Roman" panose="02020603050405020304" pitchFamily="18" charset="0"/>
                <a:cs typeface="Times New Roman" panose="02020603050405020304" pitchFamily="18" charset="0"/>
              </a:rPr>
              <a:t>[7] Kabir, A. U., Bin </a:t>
            </a:r>
            <a:r>
              <a:rPr lang="en-US" sz="1863" dirty="0" err="1">
                <a:latin typeface="Times New Roman" panose="02020603050405020304" pitchFamily="18" charset="0"/>
                <a:cs typeface="Times New Roman" panose="02020603050405020304" pitchFamily="18" charset="0"/>
              </a:rPr>
              <a:t>Shahin</a:t>
            </a:r>
            <a:r>
              <a:rPr lang="en-US" sz="1863" dirty="0">
                <a:latin typeface="Times New Roman" panose="02020603050405020304" pitchFamily="18" charset="0"/>
                <a:cs typeface="Times New Roman" panose="02020603050405020304" pitchFamily="18" charset="0"/>
              </a:rPr>
              <a:t>, F., &amp; </a:t>
            </a:r>
            <a:r>
              <a:rPr lang="en-US" sz="1863" dirty="0" err="1">
                <a:latin typeface="Times New Roman" panose="02020603050405020304" pitchFamily="18" charset="0"/>
                <a:cs typeface="Times New Roman" panose="02020603050405020304" pitchFamily="18" charset="0"/>
              </a:rPr>
              <a:t>Kafiul</a:t>
            </a:r>
            <a:r>
              <a:rPr lang="en-US" sz="1863" dirty="0">
                <a:latin typeface="Times New Roman" panose="02020603050405020304" pitchFamily="18" charset="0"/>
                <a:cs typeface="Times New Roman" panose="02020603050405020304" pitchFamily="18" charset="0"/>
              </a:rPr>
              <a:t> Islam, M. (2020). Design and Implementation of an EOG-based Mouse Cursor Control for Application in Human-Computer Interaction. Journal of Physics: Conference Series, 1487(1), 012043. https://doi.org/10.1088/1742-6596/1487/1/012043</a:t>
            </a:r>
          </a:p>
          <a:p>
            <a:pPr marL="374639" indent="-374639" algn="just">
              <a:lnSpc>
                <a:spcPct val="100000"/>
              </a:lnSpc>
              <a:spcBef>
                <a:spcPts val="0"/>
              </a:spcBef>
            </a:pPr>
            <a:r>
              <a:rPr lang="en-US" sz="1863" dirty="0">
                <a:latin typeface="Times New Roman" panose="02020603050405020304" pitchFamily="18" charset="0"/>
                <a:cs typeface="Times New Roman" panose="02020603050405020304" pitchFamily="18" charset="0"/>
              </a:rPr>
              <a:t>[8] </a:t>
            </a:r>
            <a:r>
              <a:rPr lang="en-US" sz="1863" dirty="0" err="1">
                <a:latin typeface="Times New Roman" panose="02020603050405020304" pitchFamily="18" charset="0"/>
                <a:cs typeface="Times New Roman" panose="02020603050405020304" pitchFamily="18" charset="0"/>
              </a:rPr>
              <a:t>Latifoglu</a:t>
            </a:r>
            <a:r>
              <a:rPr lang="en-US" sz="1863" dirty="0">
                <a:latin typeface="Times New Roman" panose="02020603050405020304" pitchFamily="18" charset="0"/>
                <a:cs typeface="Times New Roman" panose="02020603050405020304" pitchFamily="18" charset="0"/>
              </a:rPr>
              <a:t>, F., </a:t>
            </a:r>
            <a:r>
              <a:rPr lang="en-US" sz="1863" dirty="0" err="1">
                <a:latin typeface="Times New Roman" panose="02020603050405020304" pitchFamily="18" charset="0"/>
                <a:cs typeface="Times New Roman" panose="02020603050405020304" pitchFamily="18" charset="0"/>
              </a:rPr>
              <a:t>Ileri</a:t>
            </a:r>
            <a:r>
              <a:rPr lang="en-US" sz="1863" dirty="0">
                <a:latin typeface="Times New Roman" panose="02020603050405020304" pitchFamily="18" charset="0"/>
                <a:cs typeface="Times New Roman" panose="02020603050405020304" pitchFamily="18" charset="0"/>
              </a:rPr>
              <a:t>, R., </a:t>
            </a:r>
            <a:r>
              <a:rPr lang="en-US" sz="1863" dirty="0" err="1">
                <a:latin typeface="Times New Roman" panose="02020603050405020304" pitchFamily="18" charset="0"/>
                <a:cs typeface="Times New Roman" panose="02020603050405020304" pitchFamily="18" charset="0"/>
              </a:rPr>
              <a:t>Demirci</a:t>
            </a:r>
            <a:r>
              <a:rPr lang="en-US" sz="1863" dirty="0">
                <a:latin typeface="Times New Roman" panose="02020603050405020304" pitchFamily="18" charset="0"/>
                <a:cs typeface="Times New Roman" panose="02020603050405020304" pitchFamily="18" charset="0"/>
              </a:rPr>
              <a:t>, E., &amp; </a:t>
            </a:r>
            <a:r>
              <a:rPr lang="en-US" sz="1863" dirty="0" err="1">
                <a:latin typeface="Times New Roman" panose="02020603050405020304" pitchFamily="18" charset="0"/>
                <a:cs typeface="Times New Roman" panose="02020603050405020304" pitchFamily="18" charset="0"/>
              </a:rPr>
              <a:t>Altintop</a:t>
            </a:r>
            <a:r>
              <a:rPr lang="en-US" sz="1863" dirty="0">
                <a:latin typeface="Times New Roman" panose="02020603050405020304" pitchFamily="18" charset="0"/>
                <a:cs typeface="Times New Roman" panose="02020603050405020304" pitchFamily="18" charset="0"/>
              </a:rPr>
              <a:t>, C. G. (2020). Detection of Reading Movement from EOG Signals. 2020 IEEE International Symposium on Medical Measurements and Applications (</a:t>
            </a:r>
            <a:r>
              <a:rPr lang="en-US" sz="1863" dirty="0" err="1">
                <a:latin typeface="Times New Roman" panose="02020603050405020304" pitchFamily="18" charset="0"/>
                <a:cs typeface="Times New Roman" panose="02020603050405020304" pitchFamily="18" charset="0"/>
              </a:rPr>
              <a:t>MeMeA</a:t>
            </a:r>
            <a:r>
              <a:rPr lang="en-US" sz="1863" dirty="0">
                <a:latin typeface="Times New Roman" panose="02020603050405020304" pitchFamily="18" charset="0"/>
                <a:cs typeface="Times New Roman" panose="02020603050405020304" pitchFamily="18" charset="0"/>
              </a:rPr>
              <a:t>). </a:t>
            </a:r>
          </a:p>
          <a:p>
            <a:pPr marL="354920" indent="-354920" algn="just">
              <a:lnSpc>
                <a:spcPct val="100000"/>
              </a:lnSpc>
              <a:spcAft>
                <a:spcPts val="621"/>
              </a:spcAft>
              <a:buFont typeface="Wingdings" panose="05000000000000000000" pitchFamily="2" charset="2"/>
              <a:buChar char="Ø"/>
            </a:pPr>
            <a:endParaRPr lang="en-US" sz="2069" dirty="0">
              <a:latin typeface="Times New Roman" panose="02020603050405020304" pitchFamily="18" charset="0"/>
              <a:cs typeface="Times New Roman" panose="02020603050405020304" pitchFamily="18" charset="0"/>
            </a:endParaRPr>
          </a:p>
        </p:txBody>
      </p:sp>
      <p:sp>
        <p:nvSpPr>
          <p:cNvPr id="11" name="Google Shape;211;p19">
            <a:extLst>
              <a:ext uri="{FF2B5EF4-FFF2-40B4-BE49-F238E27FC236}">
                <a16:creationId xmlns:a16="http://schemas.microsoft.com/office/drawing/2014/main" id="{34422662-040E-FDBE-007D-42AAA975596C}"/>
              </a:ext>
            </a:extLst>
          </p:cNvPr>
          <p:cNvSpPr/>
          <p:nvPr/>
        </p:nvSpPr>
        <p:spPr>
          <a:xfrm rot="18279675" flipH="1">
            <a:off x="10259546" y="263347"/>
            <a:ext cx="1033740" cy="899720"/>
          </a:xfrm>
          <a:prstGeom prst="triangle">
            <a:avLst>
              <a:gd name="adj" fmla="val 50000"/>
            </a:avLst>
          </a:prstGeom>
          <a:solidFill>
            <a:schemeClr val="bg1">
              <a:lumMod val="85000"/>
            </a:schemeClr>
          </a:solidFill>
          <a:ln>
            <a:noFill/>
          </a:ln>
        </p:spPr>
        <p:txBody>
          <a:bodyPr spcFirstLastPara="1" wrap="square" lIns="94627" tIns="47301" rIns="94627" bIns="47301" anchor="ctr" anchorCtr="0">
            <a:noAutofit/>
          </a:bodyPr>
          <a:lstStyle/>
          <a:p>
            <a:pPr algn="ctr"/>
            <a:endParaRPr sz="1863">
              <a:solidFill>
                <a:schemeClr val="lt1"/>
              </a:solidFill>
              <a:latin typeface="Calibri"/>
              <a:ea typeface="Calibri"/>
              <a:cs typeface="Calibri"/>
              <a:sym typeface="Calibri"/>
            </a:endParaRPr>
          </a:p>
        </p:txBody>
      </p:sp>
      <p:sp>
        <p:nvSpPr>
          <p:cNvPr id="12" name="Google Shape;212;p19">
            <a:extLst>
              <a:ext uri="{FF2B5EF4-FFF2-40B4-BE49-F238E27FC236}">
                <a16:creationId xmlns:a16="http://schemas.microsoft.com/office/drawing/2014/main" id="{009592B4-7256-9624-5611-87DFC378F044}"/>
              </a:ext>
            </a:extLst>
          </p:cNvPr>
          <p:cNvSpPr/>
          <p:nvPr/>
        </p:nvSpPr>
        <p:spPr>
          <a:xfrm rot="13887929" flipH="1">
            <a:off x="10817159" y="167897"/>
            <a:ext cx="1073288" cy="794141"/>
          </a:xfrm>
          <a:prstGeom prst="triangle">
            <a:avLst>
              <a:gd name="adj" fmla="val 50000"/>
            </a:avLst>
          </a:prstGeom>
          <a:solidFill>
            <a:srgbClr val="FA6671"/>
          </a:solidFill>
          <a:ln>
            <a:noFill/>
          </a:ln>
        </p:spPr>
        <p:txBody>
          <a:bodyPr spcFirstLastPara="1" wrap="square" lIns="94627" tIns="47301" rIns="94627" bIns="47301" anchor="ctr" anchorCtr="0">
            <a:noAutofit/>
          </a:bodyPr>
          <a:lstStyle/>
          <a:p>
            <a:pPr algn="ctr"/>
            <a:endParaRPr sz="1863">
              <a:solidFill>
                <a:schemeClr val="lt1"/>
              </a:solidFill>
              <a:latin typeface="Calibri"/>
              <a:ea typeface="Calibri"/>
              <a:cs typeface="Calibri"/>
              <a:sym typeface="Calibri"/>
            </a:endParaRPr>
          </a:p>
        </p:txBody>
      </p:sp>
    </p:spTree>
    <p:extLst>
      <p:ext uri="{BB962C8B-B14F-4D97-AF65-F5344CB8AC3E}">
        <p14:creationId xmlns:p14="http://schemas.microsoft.com/office/powerpoint/2010/main" val="13691372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24"/>
        <p:cNvGrpSpPr/>
        <p:nvPr/>
      </p:nvGrpSpPr>
      <p:grpSpPr>
        <a:xfrm>
          <a:off x="0" y="0"/>
          <a:ext cx="0" cy="0"/>
          <a:chOff x="0" y="0"/>
          <a:chExt cx="0" cy="0"/>
        </a:xfrm>
      </p:grpSpPr>
      <p:sp>
        <p:nvSpPr>
          <p:cNvPr id="425" name="Google Shape;425;p32"/>
          <p:cNvSpPr txBox="1"/>
          <p:nvPr/>
        </p:nvSpPr>
        <p:spPr>
          <a:xfrm>
            <a:off x="4397050" y="3953129"/>
            <a:ext cx="4258927" cy="1274227"/>
          </a:xfrm>
          <a:prstGeom prst="rect">
            <a:avLst/>
          </a:prstGeom>
          <a:noFill/>
          <a:ln>
            <a:noFill/>
          </a:ln>
        </p:spPr>
        <p:txBody>
          <a:bodyPr spcFirstLastPara="1" wrap="square" lIns="94625" tIns="47300" rIns="94625" bIns="47300" anchor="t" anchorCtr="0">
            <a:noAutofit/>
          </a:bodyPr>
          <a:lstStyle/>
          <a:p>
            <a:pPr marL="0" marR="0" lvl="0" indent="0" algn="l" rtl="0">
              <a:lnSpc>
                <a:spcPct val="100000"/>
              </a:lnSpc>
              <a:spcBef>
                <a:spcPts val="0"/>
              </a:spcBef>
              <a:spcAft>
                <a:spcPts val="0"/>
              </a:spcAft>
              <a:buNone/>
            </a:pPr>
            <a:endParaRPr sz="1862" b="0" i="0" u="none" strike="noStrike" cap="none">
              <a:solidFill>
                <a:srgbClr val="00B0F0"/>
              </a:solidFill>
              <a:latin typeface="Calibri"/>
              <a:ea typeface="Calibri"/>
              <a:cs typeface="Calibri"/>
              <a:sym typeface="Calibri"/>
            </a:endParaRPr>
          </a:p>
        </p:txBody>
      </p:sp>
      <p:sp>
        <p:nvSpPr>
          <p:cNvPr id="426" name="Google Shape;426;p32"/>
          <p:cNvSpPr/>
          <p:nvPr/>
        </p:nvSpPr>
        <p:spPr>
          <a:xfrm rot="1720937">
            <a:off x="9503133" y="5042473"/>
            <a:ext cx="1367590" cy="717410"/>
          </a:xfrm>
          <a:prstGeom prst="triangle">
            <a:avLst>
              <a:gd name="adj" fmla="val 50000"/>
            </a:avLst>
          </a:prstGeom>
          <a:solidFill>
            <a:srgbClr val="7F7F7F">
              <a:alpha val="27450"/>
            </a:srgbClr>
          </a:solidFill>
          <a:ln>
            <a:noFill/>
          </a:ln>
        </p:spPr>
        <p:txBody>
          <a:bodyPr spcFirstLastPara="1" wrap="square" lIns="94625" tIns="47300" rIns="94625" bIns="47300" anchor="ctr" anchorCtr="0">
            <a:noAutofit/>
          </a:bodyPr>
          <a:lstStyle/>
          <a:p>
            <a:pPr marL="0" marR="0" lvl="0" indent="0" algn="ctr" rtl="0">
              <a:lnSpc>
                <a:spcPct val="100000"/>
              </a:lnSpc>
              <a:spcBef>
                <a:spcPts val="0"/>
              </a:spcBef>
              <a:spcAft>
                <a:spcPts val="0"/>
              </a:spcAft>
              <a:buNone/>
            </a:pPr>
            <a:endParaRPr sz="1862" b="0" i="0" u="none" strike="noStrike" cap="none">
              <a:solidFill>
                <a:schemeClr val="lt1"/>
              </a:solidFill>
              <a:latin typeface="Calibri"/>
              <a:ea typeface="Calibri"/>
              <a:cs typeface="Calibri"/>
              <a:sym typeface="Calibri"/>
            </a:endParaRPr>
          </a:p>
        </p:txBody>
      </p:sp>
      <p:sp>
        <p:nvSpPr>
          <p:cNvPr id="427" name="Google Shape;427;p32"/>
          <p:cNvSpPr/>
          <p:nvPr/>
        </p:nvSpPr>
        <p:spPr>
          <a:xfrm rot="-613015">
            <a:off x="8900790" y="5230564"/>
            <a:ext cx="712166" cy="622993"/>
          </a:xfrm>
          <a:prstGeom prst="triangle">
            <a:avLst>
              <a:gd name="adj" fmla="val 50000"/>
            </a:avLst>
          </a:prstGeom>
          <a:solidFill>
            <a:srgbClr val="FA6671"/>
          </a:solidFill>
          <a:ln>
            <a:noFill/>
          </a:ln>
        </p:spPr>
        <p:txBody>
          <a:bodyPr spcFirstLastPara="1" wrap="square" lIns="94625" tIns="47300" rIns="94625" bIns="47300" anchor="ctr" anchorCtr="0">
            <a:noAutofit/>
          </a:bodyPr>
          <a:lstStyle/>
          <a:p>
            <a:pPr marL="0" marR="0" lvl="0" indent="0" algn="ctr" rtl="0">
              <a:lnSpc>
                <a:spcPct val="100000"/>
              </a:lnSpc>
              <a:spcBef>
                <a:spcPts val="0"/>
              </a:spcBef>
              <a:spcAft>
                <a:spcPts val="0"/>
              </a:spcAft>
              <a:buNone/>
            </a:pPr>
            <a:endParaRPr sz="1862" b="0" i="0" u="none" strike="noStrike" cap="none">
              <a:solidFill>
                <a:schemeClr val="lt1"/>
              </a:solidFill>
              <a:latin typeface="Calibri"/>
              <a:ea typeface="Calibri"/>
              <a:cs typeface="Calibri"/>
              <a:sym typeface="Calibri"/>
            </a:endParaRPr>
          </a:p>
        </p:txBody>
      </p:sp>
      <p:sp>
        <p:nvSpPr>
          <p:cNvPr id="428" name="Google Shape;428;p32"/>
          <p:cNvSpPr/>
          <p:nvPr/>
        </p:nvSpPr>
        <p:spPr>
          <a:xfrm>
            <a:off x="3373" y="86928"/>
            <a:ext cx="12175399" cy="6654571"/>
          </a:xfrm>
          <a:prstGeom prst="rect">
            <a:avLst/>
          </a:prstGeom>
          <a:noFill/>
          <a:ln w="38100" cap="flat" cmpd="sng">
            <a:solidFill>
              <a:srgbClr val="FA6671"/>
            </a:solidFill>
            <a:prstDash val="solid"/>
            <a:miter lim="800000"/>
            <a:headEnd type="none" w="sm" len="sm"/>
            <a:tailEnd type="none" w="sm" len="sm"/>
          </a:ln>
        </p:spPr>
        <p:txBody>
          <a:bodyPr spcFirstLastPara="1" wrap="square" lIns="94625" tIns="47300" rIns="94625" bIns="47300" anchor="ctr" anchorCtr="0">
            <a:noAutofit/>
          </a:bodyPr>
          <a:lstStyle/>
          <a:p>
            <a:pPr marL="0" marR="0" lvl="0" indent="0" algn="ctr" rtl="0">
              <a:lnSpc>
                <a:spcPct val="100000"/>
              </a:lnSpc>
              <a:spcBef>
                <a:spcPts val="0"/>
              </a:spcBef>
              <a:spcAft>
                <a:spcPts val="0"/>
              </a:spcAft>
              <a:buNone/>
            </a:pPr>
            <a:endParaRPr sz="1862" b="0" i="0" u="none" strike="noStrike" cap="none">
              <a:solidFill>
                <a:schemeClr val="lt1"/>
              </a:solidFill>
              <a:latin typeface="Calibri"/>
              <a:ea typeface="Calibri"/>
              <a:cs typeface="Calibri"/>
              <a:sym typeface="Calibri"/>
            </a:endParaRPr>
          </a:p>
        </p:txBody>
      </p:sp>
      <p:pic>
        <p:nvPicPr>
          <p:cNvPr id="429" name="Google Shape;429;p32"/>
          <p:cNvPicPr preferRelativeResize="0"/>
          <p:nvPr/>
        </p:nvPicPr>
        <p:blipFill rotWithShape="1">
          <a:blip r:embed="rId3">
            <a:alphaModFix/>
          </a:blip>
          <a:srcRect/>
          <a:stretch/>
        </p:blipFill>
        <p:spPr>
          <a:xfrm>
            <a:off x="18829" y="116504"/>
            <a:ext cx="5030146" cy="6704241"/>
          </a:xfrm>
          <a:prstGeom prst="rect">
            <a:avLst/>
          </a:prstGeom>
          <a:noFill/>
          <a:ln>
            <a:noFill/>
          </a:ln>
        </p:spPr>
      </p:pic>
      <p:sp>
        <p:nvSpPr>
          <p:cNvPr id="430" name="Google Shape;430;p32"/>
          <p:cNvSpPr txBox="1">
            <a:spLocks noGrp="1"/>
          </p:cNvSpPr>
          <p:nvPr>
            <p:ph type="sldNum" idx="12"/>
          </p:nvPr>
        </p:nvSpPr>
        <p:spPr>
          <a:xfrm>
            <a:off x="8610603" y="6356361"/>
            <a:ext cx="2743201" cy="36512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33</a:t>
            </a:fld>
            <a:endParaRPr/>
          </a:p>
        </p:txBody>
      </p:sp>
      <p:sp>
        <p:nvSpPr>
          <p:cNvPr id="431" name="Google Shape;431;p32"/>
          <p:cNvSpPr txBox="1"/>
          <p:nvPr/>
        </p:nvSpPr>
        <p:spPr>
          <a:xfrm>
            <a:off x="6781474" y="2082803"/>
            <a:ext cx="2760692" cy="66588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727" b="1" i="0" u="none" strike="noStrike" cap="none">
                <a:solidFill>
                  <a:srgbClr val="FA6671"/>
                </a:solidFill>
                <a:latin typeface="Arial"/>
                <a:ea typeface="Arial"/>
                <a:cs typeface="Arial"/>
                <a:sym typeface="Arial"/>
              </a:rPr>
              <a:t>Thank You </a:t>
            </a:r>
            <a:endParaRPr/>
          </a:p>
        </p:txBody>
      </p:sp>
      <p:sp>
        <p:nvSpPr>
          <p:cNvPr id="432" name="Google Shape;432;p32"/>
          <p:cNvSpPr txBox="1"/>
          <p:nvPr/>
        </p:nvSpPr>
        <p:spPr>
          <a:xfrm>
            <a:off x="6901013" y="2829296"/>
            <a:ext cx="2828018" cy="37901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62" b="0" i="0" u="none" strike="noStrike" cap="none">
                <a:solidFill>
                  <a:srgbClr val="000000"/>
                </a:solidFill>
                <a:latin typeface="Arial"/>
                <a:ea typeface="Arial"/>
                <a:cs typeface="Arial"/>
                <a:sym typeface="Arial"/>
              </a:rPr>
              <a:t>Thanks for your attention</a:t>
            </a:r>
            <a:endParaRPr/>
          </a:p>
        </p:txBody>
      </p:sp>
      <p:sp>
        <p:nvSpPr>
          <p:cNvPr id="433" name="Google Shape;433;p32"/>
          <p:cNvSpPr/>
          <p:nvPr/>
        </p:nvSpPr>
        <p:spPr>
          <a:xfrm>
            <a:off x="6781474" y="2082800"/>
            <a:ext cx="47320" cy="1331414"/>
          </a:xfrm>
          <a:prstGeom prst="rect">
            <a:avLst/>
          </a:prstGeom>
          <a:solidFill>
            <a:srgbClr val="FA6671"/>
          </a:solidFill>
          <a:ln w="25400" cap="flat" cmpd="sng">
            <a:solidFill>
              <a:srgbClr val="FA667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48" b="0" i="0" u="none" strike="noStrike" cap="none">
              <a:solidFill>
                <a:srgbClr val="FA667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226</TotalTime>
  <Words>2050</Words>
  <Application>Microsoft Office PowerPoint</Application>
  <PresentationFormat>Widescreen</PresentationFormat>
  <Paragraphs>549</Paragraphs>
  <Slides>33</Slides>
  <Notes>31</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33</vt:i4>
      </vt:variant>
    </vt:vector>
  </HeadingPairs>
  <TitlesOfParts>
    <vt:vector size="39" baseType="lpstr">
      <vt:lpstr>Arial</vt:lpstr>
      <vt:lpstr>Calibri</vt:lpstr>
      <vt:lpstr>Noto Sans Symbols</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System Flow </vt:lpstr>
      <vt:lpstr>Dataset</vt:lpstr>
      <vt:lpstr>Pre-Processing</vt:lpstr>
      <vt:lpstr>Feature Extraction &amp; Classification (Deep Learning Model): CNN</vt:lpstr>
      <vt:lpstr>Feature Extraction &amp; Classification (Deep Learning Model): VGG</vt:lpstr>
      <vt:lpstr>Feature Extraction &amp; Classification (Deep Learning Model): ResNet</vt:lpstr>
      <vt:lpstr>Feature Extraction &amp; Classification (Deep Learning Model): Inception</vt:lpstr>
      <vt:lpstr>PowerPoint Presentation</vt:lpstr>
      <vt:lpstr>CNN Results </vt:lpstr>
      <vt:lpstr>VGG Results </vt:lpstr>
      <vt:lpstr>  Resnet Results </vt:lpstr>
      <vt:lpstr>Inception Results </vt:lpstr>
      <vt:lpstr>PowerPoint Presentation</vt:lpstr>
      <vt:lpstr>CNN Results </vt:lpstr>
      <vt:lpstr>VGG Results </vt:lpstr>
      <vt:lpstr>Resnet-18 Results </vt:lpstr>
      <vt:lpstr>Inception Results </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abosteat</dc:creator>
  <cp:lastModifiedBy>اسامة محمود احمد شعبان</cp:lastModifiedBy>
  <cp:revision>49</cp:revision>
  <dcterms:modified xsi:type="dcterms:W3CDTF">2023-07-08T22:19:02Z</dcterms:modified>
</cp:coreProperties>
</file>